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  <p:sldId id="2568" r:id="rId8"/>
    <p:sldId id="2569" r:id="rId9"/>
    <p:sldId id="25610" r:id="rId10"/>
    <p:sldId id="25611" r:id="rId11"/>
    <p:sldId id="25612" r:id="rId12"/>
    <p:sldId id="25613" r:id="rId13"/>
    <p:sldId id="25614" r:id="rId14"/>
    <p:sldId id="25615" r:id="rId15"/>
    <p:sldId id="25616" r:id="rId16"/>
    <p:sldId id="25617" r:id="rId17"/>
    <p:sldId id="25618" r:id="rId18"/>
    <p:sldId id="25619" r:id="rId19"/>
    <p:sldId id="25620" r:id="rId20"/>
    <p:sldId id="25621" r:id="rId21"/>
    <p:sldId id="25622" r:id="rId22"/>
    <p:sldId id="25623" r:id="rId23"/>
    <p:sldId id="25624" r:id="rId24"/>
    <p:sldId id="25625" r:id="rId25"/>
    <p:sldId id="25626" r:id="rId26"/>
    <p:sldId id="25627" r:id="rId27"/>
    <p:sldId id="25628" r:id="rId28"/>
    <p:sldId id="25629" r:id="rId29"/>
    <p:sldId id="25630" r:id="rId30"/>
    <p:sldId id="25631" r:id="rId31"/>
    <p:sldId id="25632" r:id="rId32"/>
    <p:sldId id="25633" r:id="rId33"/>
    <p:sldId id="25634" r:id="rId34"/>
    <p:sldId id="25635" r:id="rId35"/>
    <p:sldId id="25636" r:id="rId36"/>
    <p:sldId id="25637" r:id="rId37"/>
    <p:sldId id="25638" r:id="rId38"/>
    <p:sldId id="25639" r:id="rId39"/>
    <p:sldId id="25640" r:id="rId40"/>
    <p:sldId id="25641" r:id="rId41"/>
    <p:sldId id="25642" r:id="rId42"/>
    <p:sldId id="25643" r:id="rId43"/>
    <p:sldId id="25644" r:id="rId44"/>
    <p:sldId id="25645" r:id="rId45"/>
    <p:sldId id="25646" r:id="rId46"/>
    <p:sldId id="25647" r:id="rId47"/>
    <p:sldId id="25648" r:id="rId48"/>
    <p:sldId id="25649" r:id="rId49"/>
    <p:sldId id="25650" r:id="rId50"/>
    <p:sldId id="25651" r:id="rId51"/>
    <p:sldId id="25652" r:id="rId52"/>
    <p:sldId id="25653" r:id="rId53"/>
    <p:sldId id="25654" r:id="rId54"/>
    <p:sldId id="25655" r:id="rId55"/>
    <p:sldId id="25656" r:id="rId56"/>
    <p:sldId id="25657" r:id="rId57"/>
    <p:sldId id="25658" r:id="rId58"/>
    <p:sldId id="25659" r:id="rId59"/>
    <p:sldId id="25660" r:id="rId60"/>
    <p:sldId id="25661" r:id="rId61"/>
    <p:sldId id="25662" r:id="rId62"/>
    <p:sldId id="25663" r:id="rId63"/>
    <p:sldId id="25664" r:id="rId64"/>
    <p:sldId id="25665" r:id="rId65"/>
    <p:sldId id="25666" r:id="rId66"/>
    <p:sldId id="25667" r:id="rId67"/>
    <p:sldId id="25668" r:id="rId68"/>
    <p:sldId id="25669" r:id="rId69"/>
    <p:sldId id="25670" r:id="rId70"/>
    <p:sldId id="25671" r:id="rId71"/>
    <p:sldId id="25672" r:id="rId72"/>
    <p:sldId id="25673" r:id="rId73"/>
    <p:sldId id="25674" r:id="rId74"/>
    <p:sldId id="25675" r:id="rId75"/>
    <p:sldId id="25676" r:id="rId76"/>
    <p:sldId id="25677" r:id="rId77"/>
    <p:sldId id="25678" r:id="rId78"/>
    <p:sldId id="25679" r:id="rId79"/>
    <p:sldId id="25680" r:id="rId80"/>
    <p:sldId id="25681" r:id="rId81"/>
    <p:sldId id="25682" r:id="rId82"/>
    <p:sldId id="25683" r:id="rId83"/>
    <p:sldId id="25684" r:id="rId84"/>
    <p:sldId id="25685" r:id="rId85"/>
    <p:sldId id="25686" r:id="rId86"/>
    <p:sldId id="25687" r:id="rId87"/>
    <p:sldId id="25688" r:id="rId88"/>
    <p:sldId id="25689" r:id="rId89"/>
    <p:sldId id="25690" r:id="rId90"/>
    <p:sldId id="25691" r:id="rId91"/>
    <p:sldId id="25692" r:id="rId92"/>
    <p:sldId id="25693" r:id="rId93"/>
    <p:sldId id="25694" r:id="rId94"/>
    <p:sldId id="25695" r:id="rId95"/>
    <p:sldId id="25696" r:id="rId96"/>
    <p:sldId id="25697" r:id="rId97"/>
    <p:sldId id="25698" r:id="rId98"/>
    <p:sldId id="25699" r:id="rId99"/>
    <p:sldId id="256100" r:id="rId100"/>
    <p:sldId id="256101" r:id="rId101"/>
    <p:sldId id="256102" r:id="rId102"/>
    <p:sldId id="256103" r:id="rId103"/>
    <p:sldId id="256104" r:id="rId104"/>
    <p:sldId id="256105" r:id="rId105"/>
    <p:sldId id="256106" r:id="rId106"/>
    <p:sldId id="256107" r:id="rId107"/>
    <p:sldId id="256108" r:id="rId108"/>
    <p:sldId id="256109" r:id="rId109"/>
    <p:sldId id="256110" r:id="rId110"/>
    <p:sldId id="256111" r:id="rId111"/>
    <p:sldId id="256112" r:id="rId112"/>
    <p:sldId id="256113" r:id="rId113"/>
    <p:sldId id="256114" r:id="rId114"/>
    <p:sldId id="256115" r:id="rId115"/>
    <p:sldId id="256116" r:id="rId116"/>
    <p:sldId id="256117" r:id="rId117"/>
    <p:sldId id="256118" r:id="rId118"/>
    <p:sldId id="256119" r:id="rId119"/>
    <p:sldId id="256120" r:id="rId120"/>
    <p:sldId id="256121" r:id="rId121"/>
    <p:sldId id="256122" r:id="rId122"/>
    <p:sldId id="256123" r:id="rId123"/>
    <p:sldId id="256124" r:id="rId124"/>
    <p:sldId id="256125" r:id="rId125"/>
    <p:sldId id="256126" r:id="rId126"/>
    <p:sldId id="256127" r:id="rId127"/>
    <p:sldId id="256128" r:id="rId128"/>
    <p:sldId id="256129" r:id="rId129"/>
    <p:sldId id="256130" r:id="rId130"/>
    <p:sldId id="256131" r:id="rId131"/>
    <p:sldId id="256132" r:id="rId132"/>
    <p:sldId id="256133" r:id="rId133"/>
    <p:sldId id="256134" r:id="rId134"/>
    <p:sldId id="256135" r:id="rId135"/>
    <p:sldId id="256136" r:id="rId136"/>
    <p:sldId id="256137" r:id="rId137"/>
    <p:sldId id="256138" r:id="rId138"/>
    <p:sldId id="256139" r:id="rId139"/>
    <p:sldId id="256140" r:id="rId140"/>
    <p:sldId id="256141" r:id="rId141"/>
    <p:sldId id="256142" r:id="rId142"/>
    <p:sldId id="256143" r:id="rId143"/>
    <p:sldId id="256144" r:id="rId144"/>
    <p:sldId id="256145" r:id="rId145"/>
    <p:sldId id="256146" r:id="rId146"/>
    <p:sldId id="256147" r:id="rId147"/>
    <p:sldId id="256148" r:id="rId148"/>
    <p:sldId id="256149" r:id="rId149"/>
    <p:sldId id="256150" r:id="rId150"/>
    <p:sldId id="256151" r:id="rId151"/>
    <p:sldId id="256152" r:id="rId152"/>
    <p:sldId id="256153" r:id="rId153"/>
    <p:sldId id="256154" r:id="rId154"/>
    <p:sldId id="256155" r:id="rId155"/>
    <p:sldId id="256156" r:id="rId156"/>
    <p:sldId id="256157" r:id="rId157"/>
    <p:sldId id="256158" r:id="rId158"/>
    <p:sldId id="256159" r:id="rId159"/>
    <p:sldId id="256160" r:id="rId160"/>
    <p:sldId id="256161" r:id="rId161"/>
    <p:sldId id="256162" r:id="rId162"/>
    <p:sldId id="256163" r:id="rId163"/>
    <p:sldId id="256164" r:id="rId164"/>
    <p:sldId id="256165" r:id="rId165"/>
    <p:sldId id="256166" r:id="rId166"/>
    <p:sldId id="256167" r:id="rId167"/>
    <p:sldId id="256168" r:id="rId168"/>
    <p:sldId id="256169" r:id="rId169"/>
    <p:sldId id="256170" r:id="rId170"/>
    <p:sldId id="256171" r:id="rId171"/>
    <p:sldId id="256172" r:id="rId172"/>
    <p:sldId id="256173" r:id="rId173"/>
    <p:sldId id="256174" r:id="rId174"/>
    <p:sldId id="256175" r:id="rId175"/>
    <p:sldId id="256176" r:id="rId176"/>
    <p:sldId id="256177" r:id="rId177"/>
    <p:sldId id="256178" r:id="rId178"/>
    <p:sldId id="256179" r:id="rId179"/>
    <p:sldId id="256180" r:id="rId180"/>
    <p:sldId id="256181" r:id="rId181"/>
    <p:sldId id="256182" r:id="rId182"/>
    <p:sldId id="256183" r:id="rId183"/>
    <p:sldId id="256184" r:id="rId184"/>
    <p:sldId id="256185" r:id="rId185"/>
    <p:sldId id="256186" r:id="rId186"/>
    <p:sldId id="256187" r:id="rId187"/>
    <p:sldId id="256188" r:id="rId188"/>
    <p:sldId id="256189" r:id="rId189"/>
    <p:sldId id="256190" r:id="rId190"/>
    <p:sldId id="256191" r:id="rId191"/>
    <p:sldId id="256192" r:id="rId192"/>
    <p:sldId id="256193" r:id="rId193"/>
    <p:sldId id="256194" r:id="rId194"/>
    <p:sldId id="256195" r:id="rId195"/>
    <p:sldId id="256196" r:id="rId196"/>
    <p:sldId id="256197" r:id="rId197"/>
    <p:sldId id="256198" r:id="rId198"/>
    <p:sldId id="256199" r:id="rId199"/>
    <p:sldId id="256200" r:id="rId200"/>
    <p:sldId id="256201" r:id="rId201"/>
    <p:sldId id="256202" r:id="rId202"/>
    <p:sldId id="256203" r:id="rId203"/>
    <p:sldId id="256204" r:id="rId204"/>
    <p:sldId id="256205" r:id="rId205"/>
    <p:sldId id="256206" r:id="rId206"/>
    <p:sldId id="256207" r:id="rId207"/>
    <p:sldId id="256208" r:id="rId208"/>
    <p:sldId id="256209" r:id="rId209"/>
    <p:sldId id="256210" r:id="rId210"/>
    <p:sldId id="256211" r:id="rId211"/>
    <p:sldId id="256212" r:id="rId212"/>
    <p:sldId id="256213" r:id="rId213"/>
    <p:sldId id="256214" r:id="rId214"/>
    <p:sldId id="256215" r:id="rId215"/>
    <p:sldId id="256216" r:id="rId216"/>
    <p:sldId id="256217" r:id="rId217"/>
    <p:sldId id="256218" r:id="rId218"/>
    <p:sldId id="256219" r:id="rId219"/>
    <p:sldId id="256220" r:id="rId220"/>
    <p:sldId id="256221" r:id="rId221"/>
    <p:sldId id="256222" r:id="rId222"/>
    <p:sldId id="256223" r:id="rId223"/>
    <p:sldId id="256224" r:id="rId224"/>
    <p:sldId id="256225" r:id="rId225"/>
    <p:sldId id="256226" r:id="rId226"/>
    <p:sldId id="256227" r:id="rId227"/>
    <p:sldId id="256228" r:id="rId228"/>
    <p:sldId id="256229" r:id="rId229"/>
    <p:sldId id="256230" r:id="rId230"/>
    <p:sldId id="256231" r:id="rId231"/>
    <p:sldId id="256232" r:id="rId232"/>
    <p:sldId id="256233" r:id="rId233"/>
    <p:sldId id="256234" r:id="rId234"/>
    <p:sldId id="256235" r:id="rId235"/>
    <p:sldId id="256236" r:id="rId236"/>
    <p:sldId id="256237" r:id="rId237"/>
    <p:sldId id="256238" r:id="rId238"/>
    <p:sldId id="256239" r:id="rId239"/>
    <p:sldId id="256240" r:id="rId240"/>
    <p:sldId id="256241" r:id="rId241"/>
    <p:sldId id="256242" r:id="rId242"/>
  </p:sldIdLst>
  <p:sldSz cx="3657600" cy="27432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" Target="slides/slide27.xml"/>
<Relationship Id="rId28" Type="http://schemas.openxmlformats.org/officeDocument/2006/relationships/slide" Target="slides/slide28.xml"/>
<Relationship Id="rId29" Type="http://schemas.openxmlformats.org/officeDocument/2006/relationships/slide" Target="slides/slide29.xml"/>
<Relationship Id="rId30" Type="http://schemas.openxmlformats.org/officeDocument/2006/relationships/slide" Target="slides/slide30.xml"/>
<Relationship Id="rId31" Type="http://schemas.openxmlformats.org/officeDocument/2006/relationships/slide" Target="slides/slide31.xml"/>
<Relationship Id="rId32" Type="http://schemas.openxmlformats.org/officeDocument/2006/relationships/slide" Target="slides/slide32.xml"/>
<Relationship Id="rId33" Type="http://schemas.openxmlformats.org/officeDocument/2006/relationships/slide" Target="slides/slide33.xml"/>
<Relationship Id="rId34" Type="http://schemas.openxmlformats.org/officeDocument/2006/relationships/slide" Target="slides/slide34.xml"/>
<Relationship Id="rId35" Type="http://schemas.openxmlformats.org/officeDocument/2006/relationships/slide" Target="slides/slide35.xml"/>
<Relationship Id="rId36" Type="http://schemas.openxmlformats.org/officeDocument/2006/relationships/slide" Target="slides/slide36.xml"/>
<Relationship Id="rId37" Type="http://schemas.openxmlformats.org/officeDocument/2006/relationships/slide" Target="slides/slide37.xml"/>
<Relationship Id="rId38" Type="http://schemas.openxmlformats.org/officeDocument/2006/relationships/slide" Target="slides/slide38.xml"/>
<Relationship Id="rId39" Type="http://schemas.openxmlformats.org/officeDocument/2006/relationships/slide" Target="slides/slide39.xml"/>
<Relationship Id="rId40" Type="http://schemas.openxmlformats.org/officeDocument/2006/relationships/slide" Target="slides/slide40.xml"/>
<Relationship Id="rId41" Type="http://schemas.openxmlformats.org/officeDocument/2006/relationships/slide" Target="slides/slide41.xml"/>
<Relationship Id="rId42" Type="http://schemas.openxmlformats.org/officeDocument/2006/relationships/slide" Target="slides/slide42.xml"/>
<Relationship Id="rId43" Type="http://schemas.openxmlformats.org/officeDocument/2006/relationships/slide" Target="slides/slide43.xml"/>
<Relationship Id="rId44" Type="http://schemas.openxmlformats.org/officeDocument/2006/relationships/slide" Target="slides/slide44.xml"/>
<Relationship Id="rId45" Type="http://schemas.openxmlformats.org/officeDocument/2006/relationships/slide" Target="slides/slide45.xml"/>
<Relationship Id="rId46" Type="http://schemas.openxmlformats.org/officeDocument/2006/relationships/slide" Target="slides/slide46.xml"/>
<Relationship Id="rId47" Type="http://schemas.openxmlformats.org/officeDocument/2006/relationships/slide" Target="slides/slide47.xml"/>
<Relationship Id="rId48" Type="http://schemas.openxmlformats.org/officeDocument/2006/relationships/slide" Target="slides/slide48.xml"/>
<Relationship Id="rId49" Type="http://schemas.openxmlformats.org/officeDocument/2006/relationships/slide" Target="slides/slide49.xml"/>
<Relationship Id="rId50" Type="http://schemas.openxmlformats.org/officeDocument/2006/relationships/slide" Target="slides/slide50.xml"/>
<Relationship Id="rId51" Type="http://schemas.openxmlformats.org/officeDocument/2006/relationships/slide" Target="slides/slide51.xml"/>
<Relationship Id="rId52" Type="http://schemas.openxmlformats.org/officeDocument/2006/relationships/slide" Target="slides/slide52.xml"/>
<Relationship Id="rId53" Type="http://schemas.openxmlformats.org/officeDocument/2006/relationships/slide" Target="slides/slide53.xml"/>
<Relationship Id="rId54" Type="http://schemas.openxmlformats.org/officeDocument/2006/relationships/slide" Target="slides/slide54.xml"/>
<Relationship Id="rId55" Type="http://schemas.openxmlformats.org/officeDocument/2006/relationships/slide" Target="slides/slide55.xml"/>
<Relationship Id="rId56" Type="http://schemas.openxmlformats.org/officeDocument/2006/relationships/slide" Target="slides/slide56.xml"/>
<Relationship Id="rId57" Type="http://schemas.openxmlformats.org/officeDocument/2006/relationships/slide" Target="slides/slide57.xml"/>
<Relationship Id="rId58" Type="http://schemas.openxmlformats.org/officeDocument/2006/relationships/slide" Target="slides/slide58.xml"/>
<Relationship Id="rId59" Type="http://schemas.openxmlformats.org/officeDocument/2006/relationships/slide" Target="slides/slide59.xml"/>
<Relationship Id="rId60" Type="http://schemas.openxmlformats.org/officeDocument/2006/relationships/slide" Target="slides/slide60.xml"/>
<Relationship Id="rId61" Type="http://schemas.openxmlformats.org/officeDocument/2006/relationships/slide" Target="slides/slide61.xml"/>
<Relationship Id="rId62" Type="http://schemas.openxmlformats.org/officeDocument/2006/relationships/slide" Target="slides/slide62.xml"/>
<Relationship Id="rId63" Type="http://schemas.openxmlformats.org/officeDocument/2006/relationships/slide" Target="slides/slide63.xml"/>
<Relationship Id="rId64" Type="http://schemas.openxmlformats.org/officeDocument/2006/relationships/slide" Target="slides/slide64.xml"/>
<Relationship Id="rId65" Type="http://schemas.openxmlformats.org/officeDocument/2006/relationships/slide" Target="slides/slide65.xml"/>
<Relationship Id="rId66" Type="http://schemas.openxmlformats.org/officeDocument/2006/relationships/slide" Target="slides/slide66.xml"/>
<Relationship Id="rId67" Type="http://schemas.openxmlformats.org/officeDocument/2006/relationships/slide" Target="slides/slide67.xml"/>
<Relationship Id="rId68" Type="http://schemas.openxmlformats.org/officeDocument/2006/relationships/slide" Target="slides/slide68.xml"/>
<Relationship Id="rId69" Type="http://schemas.openxmlformats.org/officeDocument/2006/relationships/slide" Target="slides/slide69.xml"/>
<Relationship Id="rId70" Type="http://schemas.openxmlformats.org/officeDocument/2006/relationships/slide" Target="slides/slide70.xml"/>
<Relationship Id="rId71" Type="http://schemas.openxmlformats.org/officeDocument/2006/relationships/slide" Target="slides/slide71.xml"/>
<Relationship Id="rId72" Type="http://schemas.openxmlformats.org/officeDocument/2006/relationships/slide" Target="slides/slide72.xml"/>
<Relationship Id="rId73" Type="http://schemas.openxmlformats.org/officeDocument/2006/relationships/slide" Target="slides/slide73.xml"/>
<Relationship Id="rId74" Type="http://schemas.openxmlformats.org/officeDocument/2006/relationships/slide" Target="slides/slide74.xml"/>
<Relationship Id="rId75" Type="http://schemas.openxmlformats.org/officeDocument/2006/relationships/slide" Target="slides/slide75.xml"/>
<Relationship Id="rId76" Type="http://schemas.openxmlformats.org/officeDocument/2006/relationships/slide" Target="slides/slide76.xml"/>
<Relationship Id="rId77" Type="http://schemas.openxmlformats.org/officeDocument/2006/relationships/slide" Target="slides/slide77.xml"/>
<Relationship Id="rId78" Type="http://schemas.openxmlformats.org/officeDocument/2006/relationships/slide" Target="slides/slide78.xml"/>
<Relationship Id="rId79" Type="http://schemas.openxmlformats.org/officeDocument/2006/relationships/slide" Target="slides/slide79.xml"/>
<Relationship Id="rId80" Type="http://schemas.openxmlformats.org/officeDocument/2006/relationships/slide" Target="slides/slide80.xml"/>
<Relationship Id="rId81" Type="http://schemas.openxmlformats.org/officeDocument/2006/relationships/slide" Target="slides/slide81.xml"/>
<Relationship Id="rId82" Type="http://schemas.openxmlformats.org/officeDocument/2006/relationships/slide" Target="slides/slide82.xml"/>
<Relationship Id="rId83" Type="http://schemas.openxmlformats.org/officeDocument/2006/relationships/slide" Target="slides/slide83.xml"/>
<Relationship Id="rId84" Type="http://schemas.openxmlformats.org/officeDocument/2006/relationships/slide" Target="slides/slide84.xml"/>
<Relationship Id="rId85" Type="http://schemas.openxmlformats.org/officeDocument/2006/relationships/slide" Target="slides/slide85.xml"/>
<Relationship Id="rId86" Type="http://schemas.openxmlformats.org/officeDocument/2006/relationships/slide" Target="slides/slide86.xml"/>
<Relationship Id="rId87" Type="http://schemas.openxmlformats.org/officeDocument/2006/relationships/slide" Target="slides/slide87.xml"/>
<Relationship Id="rId88" Type="http://schemas.openxmlformats.org/officeDocument/2006/relationships/slide" Target="slides/slide88.xml"/>
<Relationship Id="rId89" Type="http://schemas.openxmlformats.org/officeDocument/2006/relationships/slide" Target="slides/slide89.xml"/>
<Relationship Id="rId90" Type="http://schemas.openxmlformats.org/officeDocument/2006/relationships/slide" Target="slides/slide90.xml"/>
<Relationship Id="rId91" Type="http://schemas.openxmlformats.org/officeDocument/2006/relationships/slide" Target="slides/slide91.xml"/>
<Relationship Id="rId92" Type="http://schemas.openxmlformats.org/officeDocument/2006/relationships/slide" Target="slides/slide92.xml"/>
<Relationship Id="rId93" Type="http://schemas.openxmlformats.org/officeDocument/2006/relationships/slide" Target="slides/slide93.xml"/>
<Relationship Id="rId94" Type="http://schemas.openxmlformats.org/officeDocument/2006/relationships/slide" Target="slides/slide94.xml"/>
<Relationship Id="rId95" Type="http://schemas.openxmlformats.org/officeDocument/2006/relationships/slide" Target="slides/slide95.xml"/>
<Relationship Id="rId96" Type="http://schemas.openxmlformats.org/officeDocument/2006/relationships/slide" Target="slides/slide96.xml"/>
<Relationship Id="rId97" Type="http://schemas.openxmlformats.org/officeDocument/2006/relationships/slide" Target="slides/slide97.xml"/>
<Relationship Id="rId98" Type="http://schemas.openxmlformats.org/officeDocument/2006/relationships/slide" Target="slides/slide98.xml"/>
<Relationship Id="rId99" Type="http://schemas.openxmlformats.org/officeDocument/2006/relationships/slide" Target="slides/slide99.xml"/>
<Relationship Id="rId100" Type="http://schemas.openxmlformats.org/officeDocument/2006/relationships/slide" Target="slides/slide100.xml"/>
<Relationship Id="rId101" Type="http://schemas.openxmlformats.org/officeDocument/2006/relationships/slide" Target="slides/slide101.xml"/>
<Relationship Id="rId102" Type="http://schemas.openxmlformats.org/officeDocument/2006/relationships/slide" Target="slides/slide102.xml"/>
<Relationship Id="rId103" Type="http://schemas.openxmlformats.org/officeDocument/2006/relationships/slide" Target="slides/slide103.xml"/>
<Relationship Id="rId104" Type="http://schemas.openxmlformats.org/officeDocument/2006/relationships/slide" Target="slides/slide104.xml"/>
<Relationship Id="rId105" Type="http://schemas.openxmlformats.org/officeDocument/2006/relationships/slide" Target="slides/slide105.xml"/>
<Relationship Id="rId106" Type="http://schemas.openxmlformats.org/officeDocument/2006/relationships/slide" Target="slides/slide106.xml"/>
<Relationship Id="rId107" Type="http://schemas.openxmlformats.org/officeDocument/2006/relationships/slide" Target="slides/slide107.xml"/>
<Relationship Id="rId108" Type="http://schemas.openxmlformats.org/officeDocument/2006/relationships/slide" Target="slides/slide108.xml"/>
<Relationship Id="rId109" Type="http://schemas.openxmlformats.org/officeDocument/2006/relationships/slide" Target="slides/slide109.xml"/>
<Relationship Id="rId110" Type="http://schemas.openxmlformats.org/officeDocument/2006/relationships/slide" Target="slides/slide110.xml"/>
<Relationship Id="rId111" Type="http://schemas.openxmlformats.org/officeDocument/2006/relationships/slide" Target="slides/slide111.xml"/>
<Relationship Id="rId112" Type="http://schemas.openxmlformats.org/officeDocument/2006/relationships/slide" Target="slides/slide112.xml"/>
<Relationship Id="rId113" Type="http://schemas.openxmlformats.org/officeDocument/2006/relationships/slide" Target="slides/slide113.xml"/>
<Relationship Id="rId114" Type="http://schemas.openxmlformats.org/officeDocument/2006/relationships/slide" Target="slides/slide114.xml"/>
<Relationship Id="rId115" Type="http://schemas.openxmlformats.org/officeDocument/2006/relationships/slide" Target="slides/slide115.xml"/>
<Relationship Id="rId116" Type="http://schemas.openxmlformats.org/officeDocument/2006/relationships/slide" Target="slides/slide116.xml"/>
<Relationship Id="rId117" Type="http://schemas.openxmlformats.org/officeDocument/2006/relationships/slide" Target="slides/slide117.xml"/>
<Relationship Id="rId118" Type="http://schemas.openxmlformats.org/officeDocument/2006/relationships/slide" Target="slides/slide118.xml"/>
<Relationship Id="rId119" Type="http://schemas.openxmlformats.org/officeDocument/2006/relationships/slide" Target="slides/slide119.xml"/>
<Relationship Id="rId120" Type="http://schemas.openxmlformats.org/officeDocument/2006/relationships/slide" Target="slides/slide120.xml"/>
<Relationship Id="rId121" Type="http://schemas.openxmlformats.org/officeDocument/2006/relationships/slide" Target="slides/slide121.xml"/>
<Relationship Id="rId122" Type="http://schemas.openxmlformats.org/officeDocument/2006/relationships/slide" Target="slides/slide122.xml"/>
<Relationship Id="rId123" Type="http://schemas.openxmlformats.org/officeDocument/2006/relationships/slide" Target="slides/slide123.xml"/>
<Relationship Id="rId124" Type="http://schemas.openxmlformats.org/officeDocument/2006/relationships/slide" Target="slides/slide124.xml"/>
<Relationship Id="rId125" Type="http://schemas.openxmlformats.org/officeDocument/2006/relationships/slide" Target="slides/slide125.xml"/>
<Relationship Id="rId126" Type="http://schemas.openxmlformats.org/officeDocument/2006/relationships/slide" Target="slides/slide126.xml"/>
<Relationship Id="rId127" Type="http://schemas.openxmlformats.org/officeDocument/2006/relationships/slide" Target="slides/slide127.xml"/>
<Relationship Id="rId128" Type="http://schemas.openxmlformats.org/officeDocument/2006/relationships/slide" Target="slides/slide128.xml"/>
<Relationship Id="rId129" Type="http://schemas.openxmlformats.org/officeDocument/2006/relationships/slide" Target="slides/slide129.xml"/>
<Relationship Id="rId130" Type="http://schemas.openxmlformats.org/officeDocument/2006/relationships/slide" Target="slides/slide130.xml"/>
<Relationship Id="rId131" Type="http://schemas.openxmlformats.org/officeDocument/2006/relationships/slide" Target="slides/slide131.xml"/>
<Relationship Id="rId132" Type="http://schemas.openxmlformats.org/officeDocument/2006/relationships/slide" Target="slides/slide132.xml"/>
<Relationship Id="rId133" Type="http://schemas.openxmlformats.org/officeDocument/2006/relationships/slide" Target="slides/slide133.xml"/>
<Relationship Id="rId134" Type="http://schemas.openxmlformats.org/officeDocument/2006/relationships/slide" Target="slides/slide134.xml"/>
<Relationship Id="rId135" Type="http://schemas.openxmlformats.org/officeDocument/2006/relationships/slide" Target="slides/slide135.xml"/>
<Relationship Id="rId136" Type="http://schemas.openxmlformats.org/officeDocument/2006/relationships/slide" Target="slides/slide136.xml"/>
<Relationship Id="rId137" Type="http://schemas.openxmlformats.org/officeDocument/2006/relationships/slide" Target="slides/slide137.xml"/>
<Relationship Id="rId138" Type="http://schemas.openxmlformats.org/officeDocument/2006/relationships/slide" Target="slides/slide138.xml"/>
<Relationship Id="rId139" Type="http://schemas.openxmlformats.org/officeDocument/2006/relationships/slide" Target="slides/slide139.xml"/>
<Relationship Id="rId140" Type="http://schemas.openxmlformats.org/officeDocument/2006/relationships/slide" Target="slides/slide140.xml"/>
<Relationship Id="rId141" Type="http://schemas.openxmlformats.org/officeDocument/2006/relationships/slide" Target="slides/slide141.xml"/>
<Relationship Id="rId142" Type="http://schemas.openxmlformats.org/officeDocument/2006/relationships/slide" Target="slides/slide142.xml"/>
<Relationship Id="rId143" Type="http://schemas.openxmlformats.org/officeDocument/2006/relationships/slide" Target="slides/slide143.xml"/>
<Relationship Id="rId144" Type="http://schemas.openxmlformats.org/officeDocument/2006/relationships/slide" Target="slides/slide144.xml"/>
<Relationship Id="rId145" Type="http://schemas.openxmlformats.org/officeDocument/2006/relationships/slide" Target="slides/slide145.xml"/>
<Relationship Id="rId146" Type="http://schemas.openxmlformats.org/officeDocument/2006/relationships/slide" Target="slides/slide146.xml"/>
<Relationship Id="rId147" Type="http://schemas.openxmlformats.org/officeDocument/2006/relationships/slide" Target="slides/slide147.xml"/>
<Relationship Id="rId148" Type="http://schemas.openxmlformats.org/officeDocument/2006/relationships/slide" Target="slides/slide148.xml"/>
<Relationship Id="rId149" Type="http://schemas.openxmlformats.org/officeDocument/2006/relationships/slide" Target="slides/slide149.xml"/>
<Relationship Id="rId150" Type="http://schemas.openxmlformats.org/officeDocument/2006/relationships/slide" Target="slides/slide150.xml"/>
<Relationship Id="rId151" Type="http://schemas.openxmlformats.org/officeDocument/2006/relationships/slide" Target="slides/slide151.xml"/>
<Relationship Id="rId152" Type="http://schemas.openxmlformats.org/officeDocument/2006/relationships/slide" Target="slides/slide152.xml"/>
<Relationship Id="rId153" Type="http://schemas.openxmlformats.org/officeDocument/2006/relationships/slide" Target="slides/slide153.xml"/>
<Relationship Id="rId154" Type="http://schemas.openxmlformats.org/officeDocument/2006/relationships/slide" Target="slides/slide154.xml"/>
<Relationship Id="rId155" Type="http://schemas.openxmlformats.org/officeDocument/2006/relationships/slide" Target="slides/slide155.xml"/>
<Relationship Id="rId156" Type="http://schemas.openxmlformats.org/officeDocument/2006/relationships/slide" Target="slides/slide156.xml"/>
<Relationship Id="rId157" Type="http://schemas.openxmlformats.org/officeDocument/2006/relationships/slide" Target="slides/slide157.xml"/>
<Relationship Id="rId158" Type="http://schemas.openxmlformats.org/officeDocument/2006/relationships/slide" Target="slides/slide158.xml"/>
<Relationship Id="rId159" Type="http://schemas.openxmlformats.org/officeDocument/2006/relationships/slide" Target="slides/slide159.xml"/>
<Relationship Id="rId160" Type="http://schemas.openxmlformats.org/officeDocument/2006/relationships/slide" Target="slides/slide160.xml"/>
<Relationship Id="rId161" Type="http://schemas.openxmlformats.org/officeDocument/2006/relationships/slide" Target="slides/slide161.xml"/>
<Relationship Id="rId162" Type="http://schemas.openxmlformats.org/officeDocument/2006/relationships/slide" Target="slides/slide162.xml"/>
<Relationship Id="rId163" Type="http://schemas.openxmlformats.org/officeDocument/2006/relationships/slide" Target="slides/slide163.xml"/>
<Relationship Id="rId164" Type="http://schemas.openxmlformats.org/officeDocument/2006/relationships/slide" Target="slides/slide164.xml"/>
<Relationship Id="rId165" Type="http://schemas.openxmlformats.org/officeDocument/2006/relationships/slide" Target="slides/slide165.xml"/>
<Relationship Id="rId166" Type="http://schemas.openxmlformats.org/officeDocument/2006/relationships/slide" Target="slides/slide166.xml"/>
<Relationship Id="rId167" Type="http://schemas.openxmlformats.org/officeDocument/2006/relationships/slide" Target="slides/slide167.xml"/>
<Relationship Id="rId168" Type="http://schemas.openxmlformats.org/officeDocument/2006/relationships/slide" Target="slides/slide168.xml"/>
<Relationship Id="rId169" Type="http://schemas.openxmlformats.org/officeDocument/2006/relationships/slide" Target="slides/slide169.xml"/>
<Relationship Id="rId170" Type="http://schemas.openxmlformats.org/officeDocument/2006/relationships/slide" Target="slides/slide170.xml"/>
<Relationship Id="rId171" Type="http://schemas.openxmlformats.org/officeDocument/2006/relationships/slide" Target="slides/slide171.xml"/>
<Relationship Id="rId172" Type="http://schemas.openxmlformats.org/officeDocument/2006/relationships/slide" Target="slides/slide172.xml"/>
<Relationship Id="rId173" Type="http://schemas.openxmlformats.org/officeDocument/2006/relationships/slide" Target="slides/slide173.xml"/>
<Relationship Id="rId174" Type="http://schemas.openxmlformats.org/officeDocument/2006/relationships/slide" Target="slides/slide174.xml"/>
<Relationship Id="rId175" Type="http://schemas.openxmlformats.org/officeDocument/2006/relationships/slide" Target="slides/slide175.xml"/>
<Relationship Id="rId176" Type="http://schemas.openxmlformats.org/officeDocument/2006/relationships/slide" Target="slides/slide176.xml"/>
<Relationship Id="rId177" Type="http://schemas.openxmlformats.org/officeDocument/2006/relationships/slide" Target="slides/slide177.xml"/>
<Relationship Id="rId178" Type="http://schemas.openxmlformats.org/officeDocument/2006/relationships/slide" Target="slides/slide178.xml"/>
<Relationship Id="rId179" Type="http://schemas.openxmlformats.org/officeDocument/2006/relationships/slide" Target="slides/slide179.xml"/>
<Relationship Id="rId180" Type="http://schemas.openxmlformats.org/officeDocument/2006/relationships/slide" Target="slides/slide180.xml"/>
<Relationship Id="rId181" Type="http://schemas.openxmlformats.org/officeDocument/2006/relationships/slide" Target="slides/slide181.xml"/>
<Relationship Id="rId182" Type="http://schemas.openxmlformats.org/officeDocument/2006/relationships/slide" Target="slides/slide182.xml"/>
<Relationship Id="rId183" Type="http://schemas.openxmlformats.org/officeDocument/2006/relationships/slide" Target="slides/slide183.xml"/>
<Relationship Id="rId184" Type="http://schemas.openxmlformats.org/officeDocument/2006/relationships/slide" Target="slides/slide184.xml"/>
<Relationship Id="rId185" Type="http://schemas.openxmlformats.org/officeDocument/2006/relationships/slide" Target="slides/slide185.xml"/>
<Relationship Id="rId186" Type="http://schemas.openxmlformats.org/officeDocument/2006/relationships/slide" Target="slides/slide186.xml"/>
<Relationship Id="rId187" Type="http://schemas.openxmlformats.org/officeDocument/2006/relationships/slide" Target="slides/slide187.xml"/>
<Relationship Id="rId188" Type="http://schemas.openxmlformats.org/officeDocument/2006/relationships/slide" Target="slides/slide188.xml"/>
<Relationship Id="rId189" Type="http://schemas.openxmlformats.org/officeDocument/2006/relationships/slide" Target="slides/slide189.xml"/>
<Relationship Id="rId190" Type="http://schemas.openxmlformats.org/officeDocument/2006/relationships/slide" Target="slides/slide190.xml"/>
<Relationship Id="rId191" Type="http://schemas.openxmlformats.org/officeDocument/2006/relationships/slide" Target="slides/slide191.xml"/>
<Relationship Id="rId192" Type="http://schemas.openxmlformats.org/officeDocument/2006/relationships/slide" Target="slides/slide192.xml"/>
<Relationship Id="rId193" Type="http://schemas.openxmlformats.org/officeDocument/2006/relationships/slide" Target="slides/slide193.xml"/>
<Relationship Id="rId194" Type="http://schemas.openxmlformats.org/officeDocument/2006/relationships/slide" Target="slides/slide194.xml"/>
<Relationship Id="rId195" Type="http://schemas.openxmlformats.org/officeDocument/2006/relationships/slide" Target="slides/slide195.xml"/>
<Relationship Id="rId196" Type="http://schemas.openxmlformats.org/officeDocument/2006/relationships/slide" Target="slides/slide196.xml"/>
<Relationship Id="rId197" Type="http://schemas.openxmlformats.org/officeDocument/2006/relationships/slide" Target="slides/slide197.xml"/>
<Relationship Id="rId198" Type="http://schemas.openxmlformats.org/officeDocument/2006/relationships/slide" Target="slides/slide198.xml"/>
<Relationship Id="rId199" Type="http://schemas.openxmlformats.org/officeDocument/2006/relationships/slide" Target="slides/slide199.xml"/>
<Relationship Id="rId200" Type="http://schemas.openxmlformats.org/officeDocument/2006/relationships/slide" Target="slides/slide200.xml"/>
<Relationship Id="rId201" Type="http://schemas.openxmlformats.org/officeDocument/2006/relationships/slide" Target="slides/slide201.xml"/>
<Relationship Id="rId202" Type="http://schemas.openxmlformats.org/officeDocument/2006/relationships/slide" Target="slides/slide202.xml"/>
<Relationship Id="rId203" Type="http://schemas.openxmlformats.org/officeDocument/2006/relationships/slide" Target="slides/slide203.xml"/>
<Relationship Id="rId204" Type="http://schemas.openxmlformats.org/officeDocument/2006/relationships/slide" Target="slides/slide204.xml"/>
<Relationship Id="rId205" Type="http://schemas.openxmlformats.org/officeDocument/2006/relationships/slide" Target="slides/slide205.xml"/>
<Relationship Id="rId206" Type="http://schemas.openxmlformats.org/officeDocument/2006/relationships/slide" Target="slides/slide206.xml"/>
<Relationship Id="rId207" Type="http://schemas.openxmlformats.org/officeDocument/2006/relationships/slide" Target="slides/slide207.xml"/>
<Relationship Id="rId208" Type="http://schemas.openxmlformats.org/officeDocument/2006/relationships/slide" Target="slides/slide208.xml"/>
<Relationship Id="rId209" Type="http://schemas.openxmlformats.org/officeDocument/2006/relationships/slide" Target="slides/slide209.xml"/>
<Relationship Id="rId210" Type="http://schemas.openxmlformats.org/officeDocument/2006/relationships/slide" Target="slides/slide210.xml"/>
<Relationship Id="rId211" Type="http://schemas.openxmlformats.org/officeDocument/2006/relationships/slide" Target="slides/slide211.xml"/>
<Relationship Id="rId212" Type="http://schemas.openxmlformats.org/officeDocument/2006/relationships/slide" Target="slides/slide212.xml"/>
<Relationship Id="rId213" Type="http://schemas.openxmlformats.org/officeDocument/2006/relationships/slide" Target="slides/slide213.xml"/>
<Relationship Id="rId214" Type="http://schemas.openxmlformats.org/officeDocument/2006/relationships/slide" Target="slides/slide214.xml"/>
<Relationship Id="rId215" Type="http://schemas.openxmlformats.org/officeDocument/2006/relationships/slide" Target="slides/slide215.xml"/>
<Relationship Id="rId216" Type="http://schemas.openxmlformats.org/officeDocument/2006/relationships/slide" Target="slides/slide216.xml"/>
<Relationship Id="rId217" Type="http://schemas.openxmlformats.org/officeDocument/2006/relationships/slide" Target="slides/slide217.xml"/>
<Relationship Id="rId218" Type="http://schemas.openxmlformats.org/officeDocument/2006/relationships/slide" Target="slides/slide218.xml"/>
<Relationship Id="rId219" Type="http://schemas.openxmlformats.org/officeDocument/2006/relationships/slide" Target="slides/slide219.xml"/>
<Relationship Id="rId220" Type="http://schemas.openxmlformats.org/officeDocument/2006/relationships/slide" Target="slides/slide220.xml"/>
<Relationship Id="rId221" Type="http://schemas.openxmlformats.org/officeDocument/2006/relationships/slide" Target="slides/slide221.xml"/>
<Relationship Id="rId222" Type="http://schemas.openxmlformats.org/officeDocument/2006/relationships/slide" Target="slides/slide222.xml"/>
<Relationship Id="rId223" Type="http://schemas.openxmlformats.org/officeDocument/2006/relationships/slide" Target="slides/slide223.xml"/>
<Relationship Id="rId224" Type="http://schemas.openxmlformats.org/officeDocument/2006/relationships/slide" Target="slides/slide224.xml"/>
<Relationship Id="rId225" Type="http://schemas.openxmlformats.org/officeDocument/2006/relationships/slide" Target="slides/slide225.xml"/>
<Relationship Id="rId226" Type="http://schemas.openxmlformats.org/officeDocument/2006/relationships/slide" Target="slides/slide226.xml"/>
<Relationship Id="rId227" Type="http://schemas.openxmlformats.org/officeDocument/2006/relationships/slide" Target="slides/slide227.xml"/>
<Relationship Id="rId228" Type="http://schemas.openxmlformats.org/officeDocument/2006/relationships/slide" Target="slides/slide228.xml"/>
<Relationship Id="rId229" Type="http://schemas.openxmlformats.org/officeDocument/2006/relationships/slide" Target="slides/slide229.xml"/>
<Relationship Id="rId230" Type="http://schemas.openxmlformats.org/officeDocument/2006/relationships/slide" Target="slides/slide230.xml"/>
<Relationship Id="rId231" Type="http://schemas.openxmlformats.org/officeDocument/2006/relationships/slide" Target="slides/slide231.xml"/>
<Relationship Id="rId232" Type="http://schemas.openxmlformats.org/officeDocument/2006/relationships/slide" Target="slides/slide232.xml"/>
<Relationship Id="rId233" Type="http://schemas.openxmlformats.org/officeDocument/2006/relationships/slide" Target="slides/slide233.xml"/>
<Relationship Id="rId234" Type="http://schemas.openxmlformats.org/officeDocument/2006/relationships/slide" Target="slides/slide234.xml"/>
<Relationship Id="rId235" Type="http://schemas.openxmlformats.org/officeDocument/2006/relationships/slide" Target="slides/slide235.xml"/>
<Relationship Id="rId236" Type="http://schemas.openxmlformats.org/officeDocument/2006/relationships/slide" Target="slides/slide236.xml"/>
<Relationship Id="rId237" Type="http://schemas.openxmlformats.org/officeDocument/2006/relationships/slide" Target="slides/slide237.xml"/>
<Relationship Id="rId238" Type="http://schemas.openxmlformats.org/officeDocument/2006/relationships/slide" Target="slides/slide238.xml"/>
<Relationship Id="rId239" Type="http://schemas.openxmlformats.org/officeDocument/2006/relationships/slide" Target="slides/slide239.xml"/>
<Relationship Id="rId240" Type="http://schemas.openxmlformats.org/officeDocument/2006/relationships/slide" Target="slides/slide240.xml"/>
<Relationship Id="rId241" Type="http://schemas.openxmlformats.org/officeDocument/2006/relationships/slide" Target="slides/slide241.xml"/>
<Relationship Id="rId242" Type="http://schemas.openxmlformats.org/officeDocument/2006/relationships/slide" Target="slides/slide242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Th" Type="http://schemas.openxmlformats.org/officeDocument/2006/relationships/theme" Target="../theme/theme1.xml"/>
<Relationship Id="rIdSl" Type="http://schemas.openxmlformats.org/officeDocument/2006/relationships/slideLayout" Target="../slideLayouts/slideLayout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_0.png" Type="http://schemas.openxmlformats.org/officeDocument/2006/relationships/image" Target="../media/img_0_1_0.png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_0.png" Type="http://schemas.openxmlformats.org/officeDocument/2006/relationships/image" Target="../media/img_0_2_0.png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_0.png" Type="http://schemas.openxmlformats.org/officeDocument/2006/relationships/image" Target="../media/img_0_3_0.png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_0.png" Type="http://schemas.openxmlformats.org/officeDocument/2006/relationships/image" Target="../media/img_0_4_0.png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_0.png" Type="http://schemas.openxmlformats.org/officeDocument/2006/relationships/image" Target="../media/img_0_5_0.png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_0.png" Type="http://schemas.openxmlformats.org/officeDocument/2006/relationships/image" Target="../media/img_0_6_0.png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_0.png" Type="http://schemas.openxmlformats.org/officeDocument/2006/relationships/image" Target="../media/img_0_7_0.png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_0.png" Type="http://schemas.openxmlformats.org/officeDocument/2006/relationships/image" Target="../media/img_0_8_0.png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_0.png" Type="http://schemas.openxmlformats.org/officeDocument/2006/relationships/image" Target="../media/img_0_9_0.png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_0.png" Type="http://schemas.openxmlformats.org/officeDocument/2006/relationships/image" Target="../media/img_0_10_0.png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_0.png" Type="http://schemas.openxmlformats.org/officeDocument/2006/relationships/image" Target="../media/img_0_11_0.png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_0.png" Type="http://schemas.openxmlformats.org/officeDocument/2006/relationships/image" Target="../media/img_0_12_0.png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_0.png" Type="http://schemas.openxmlformats.org/officeDocument/2006/relationships/image" Target="../media/img_0_13_0.png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_0.png" Type="http://schemas.openxmlformats.org/officeDocument/2006/relationships/image" Target="../media/img_0_14_0.png"/>
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_0.png" Type="http://schemas.openxmlformats.org/officeDocument/2006/relationships/image" Target="../media/img_0_15_0.png"/>
</Relationships>
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_0.png" Type="http://schemas.openxmlformats.org/officeDocument/2006/relationships/image" Target="../media/img_0_16_0.png"/>
</Relationships>
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_0.png" Type="http://schemas.openxmlformats.org/officeDocument/2006/relationships/image" Target="../media/img_0_17_0.png"/>
</Relationships>
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_0.png" Type="http://schemas.openxmlformats.org/officeDocument/2006/relationships/image" Target="../media/img_0_18_0.png"/>
</Relationships>
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_0.png" Type="http://schemas.openxmlformats.org/officeDocument/2006/relationships/image" Target="../media/img_0_19_0.png"/>
</Relationships>
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_0.png" Type="http://schemas.openxmlformats.org/officeDocument/2006/relationships/image" Target="../media/img_0_20_0.png"/>
</Relationships>
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_0.png" Type="http://schemas.openxmlformats.org/officeDocument/2006/relationships/image" Target="../media/img_0_21_0.png"/>
</Relationships>
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_0.png" Type="http://schemas.openxmlformats.org/officeDocument/2006/relationships/image" Target="../media/img_0_22_0.png"/>
</Relationships>
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_0.png" Type="http://schemas.openxmlformats.org/officeDocument/2006/relationships/image" Target="../media/img_0_23_0.png"/>
</Relationships>
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4_0.png" Type="http://schemas.openxmlformats.org/officeDocument/2006/relationships/image" Target="../media/img_0_24_0.png"/>
</Relationships>
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5_0.png" Type="http://schemas.openxmlformats.org/officeDocument/2006/relationships/image" Target="../media/img_0_25_0.png"/>
</Relationships>
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6_0.png" Type="http://schemas.openxmlformats.org/officeDocument/2006/relationships/image" Target="../media/img_0_26_0.png"/>
</Relationships>
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7_0.png" Type="http://schemas.openxmlformats.org/officeDocument/2006/relationships/image" Target="../media/img_0_27_0.png"/>
</Relationships>
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8_0.png" Type="http://schemas.openxmlformats.org/officeDocument/2006/relationships/image" Target="../media/img_0_28_0.png"/>
</Relationships>
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9_0.png" Type="http://schemas.openxmlformats.org/officeDocument/2006/relationships/image" Target="../media/img_0_29_0.png"/>
</Relationships>
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0_0.png" Type="http://schemas.openxmlformats.org/officeDocument/2006/relationships/image" Target="../media/img_0_30_0.png"/>
</Relationships>
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1_0.png" Type="http://schemas.openxmlformats.org/officeDocument/2006/relationships/image" Target="../media/img_0_31_0.png"/>
</Relationships>
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2_0.png" Type="http://schemas.openxmlformats.org/officeDocument/2006/relationships/image" Target="../media/img_0_32_0.png"/>
</Relationships>
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3_0.png" Type="http://schemas.openxmlformats.org/officeDocument/2006/relationships/image" Target="../media/img_0_33_0.png"/>
</Relationships>
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4_0.png" Type="http://schemas.openxmlformats.org/officeDocument/2006/relationships/image" Target="../media/img_0_34_0.png"/>
</Relationships>
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5_0.png" Type="http://schemas.openxmlformats.org/officeDocument/2006/relationships/image" Target="../media/img_0_35_0.png"/>
</Relationships>
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6_0.png" Type="http://schemas.openxmlformats.org/officeDocument/2006/relationships/image" Target="../media/img_0_36_0.png"/>
</Relationships>
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7_0.png" Type="http://schemas.openxmlformats.org/officeDocument/2006/relationships/image" Target="../media/img_0_37_0.png"/>
</Relationships>
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8_0.png" Type="http://schemas.openxmlformats.org/officeDocument/2006/relationships/image" Target="../media/img_0_38_0.png"/>
</Relationships>
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39_0.png" Type="http://schemas.openxmlformats.org/officeDocument/2006/relationships/image" Target="../media/img_0_39_0.png"/>
</Relationships>
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0_0.png" Type="http://schemas.openxmlformats.org/officeDocument/2006/relationships/image" Target="../media/img_0_40_0.png"/>
</Relationships>
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1_0.png" Type="http://schemas.openxmlformats.org/officeDocument/2006/relationships/image" Target="../media/img_0_41_0.png"/>
</Relationships>
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2_0.png" Type="http://schemas.openxmlformats.org/officeDocument/2006/relationships/image" Target="../media/img_0_42_0.png"/>
</Relationships>

</file>

<file path=ppt/slides/_rels/slide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3_0.png" Type="http://schemas.openxmlformats.org/officeDocument/2006/relationships/image" Target="../media/img_0_43_0.png"/>
</Relationships>

</file>

<file path=ppt/slides/_rels/slide4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4_0.png" Type="http://schemas.openxmlformats.org/officeDocument/2006/relationships/image" Target="../media/img_0_44_0.png"/>
</Relationships>

</file>

<file path=ppt/slides/_rels/slide4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5_0.png" Type="http://schemas.openxmlformats.org/officeDocument/2006/relationships/image" Target="../media/img_0_45_0.png"/>
</Relationships>

</file>

<file path=ppt/slides/_rels/slide4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6_0.png" Type="http://schemas.openxmlformats.org/officeDocument/2006/relationships/image" Target="../media/img_0_46_0.png"/>
</Relationships>

</file>

<file path=ppt/slides/_rels/slide4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7_0.png" Type="http://schemas.openxmlformats.org/officeDocument/2006/relationships/image" Target="../media/img_0_47_0.png"/>
</Relationships>

</file>

<file path=ppt/slides/_rels/slide4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8_0.png" Type="http://schemas.openxmlformats.org/officeDocument/2006/relationships/image" Target="../media/img_0_48_0.png"/>
</Relationships>

</file>

<file path=ppt/slides/_rels/slide5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49_0.png" Type="http://schemas.openxmlformats.org/officeDocument/2006/relationships/image" Target="../media/img_0_49_0.png"/>
</Relationships>

</file>

<file path=ppt/slides/_rels/slide5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0_0.png" Type="http://schemas.openxmlformats.org/officeDocument/2006/relationships/image" Target="../media/img_0_50_0.png"/>
</Relationships>

</file>

<file path=ppt/slides/_rels/slide5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1_0.png" Type="http://schemas.openxmlformats.org/officeDocument/2006/relationships/image" Target="../media/img_0_51_0.png"/>
</Relationships>

</file>

<file path=ppt/slides/_rels/slide5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2_0.png" Type="http://schemas.openxmlformats.org/officeDocument/2006/relationships/image" Target="../media/img_0_52_0.png"/>
</Relationships>

</file>

<file path=ppt/slides/_rels/slide5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3_0.png" Type="http://schemas.openxmlformats.org/officeDocument/2006/relationships/image" Target="../media/img_0_53_0.png"/>
</Relationships>

</file>

<file path=ppt/slides/_rels/slide5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4_0.png" Type="http://schemas.openxmlformats.org/officeDocument/2006/relationships/image" Target="../media/img_0_54_0.png"/>
</Relationships>

</file>

<file path=ppt/slides/_rels/slide5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5_0.png" Type="http://schemas.openxmlformats.org/officeDocument/2006/relationships/image" Target="../media/img_0_55_0.png"/>
</Relationships>

</file>

<file path=ppt/slides/_rels/slide5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6_0.png" Type="http://schemas.openxmlformats.org/officeDocument/2006/relationships/image" Target="../media/img_0_56_0.png"/>
</Relationships>

</file>

<file path=ppt/slides/_rels/slide5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7_0.png" Type="http://schemas.openxmlformats.org/officeDocument/2006/relationships/image" Target="../media/img_0_57_0.png"/>
</Relationships>

</file>

<file path=ppt/slides/_rels/slide5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8_0.png" Type="http://schemas.openxmlformats.org/officeDocument/2006/relationships/image" Target="../media/img_0_58_0.png"/>
</Relationships>

</file>

<file path=ppt/slides/_rels/slide6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59_0.png" Type="http://schemas.openxmlformats.org/officeDocument/2006/relationships/image" Target="../media/img_0_59_0.png"/>
</Relationships>

</file>

<file path=ppt/slides/_rels/slide6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0_0.png" Type="http://schemas.openxmlformats.org/officeDocument/2006/relationships/image" Target="../media/img_0_60_0.png"/>
</Relationships>

</file>

<file path=ppt/slides/_rels/slide6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1_0.png" Type="http://schemas.openxmlformats.org/officeDocument/2006/relationships/image" Target="../media/img_0_61_0.png"/>
</Relationships>

</file>

<file path=ppt/slides/_rels/slide6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2_0.png" Type="http://schemas.openxmlformats.org/officeDocument/2006/relationships/image" Target="../media/img_0_62_0.png"/>
</Relationships>

</file>

<file path=ppt/slides/_rels/slide6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3_0.png" Type="http://schemas.openxmlformats.org/officeDocument/2006/relationships/image" Target="../media/img_0_63_0.png"/>
</Relationships>

</file>

<file path=ppt/slides/_rels/slide6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4_0.png" Type="http://schemas.openxmlformats.org/officeDocument/2006/relationships/image" Target="../media/img_0_64_0.png"/>
</Relationships>

</file>

<file path=ppt/slides/_rels/slide6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5_0.png" Type="http://schemas.openxmlformats.org/officeDocument/2006/relationships/image" Target="../media/img_0_65_0.png"/>
</Relationships>

</file>

<file path=ppt/slides/_rels/slide6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6_0.png" Type="http://schemas.openxmlformats.org/officeDocument/2006/relationships/image" Target="../media/img_0_66_0.png"/>
</Relationships>

</file>

<file path=ppt/slides/_rels/slide6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7_0.png" Type="http://schemas.openxmlformats.org/officeDocument/2006/relationships/image" Target="../media/img_0_67_0.png"/>
</Relationships>

</file>

<file path=ppt/slides/_rels/slide6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8_0.png" Type="http://schemas.openxmlformats.org/officeDocument/2006/relationships/image" Target="../media/img_0_68_0.png"/>
</Relationships>

</file>

<file path=ppt/slides/_rels/slide7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69_0.png" Type="http://schemas.openxmlformats.org/officeDocument/2006/relationships/image" Target="../media/img_0_69_0.png"/>
</Relationships>

</file>

<file path=ppt/slides/_rels/slide7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0_0.png" Type="http://schemas.openxmlformats.org/officeDocument/2006/relationships/image" Target="../media/img_0_70_0.png"/>
</Relationships>

</file>

<file path=ppt/slides/_rels/slide7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1_0.png" Type="http://schemas.openxmlformats.org/officeDocument/2006/relationships/image" Target="../media/img_0_71_0.png"/>
</Relationships>

</file>

<file path=ppt/slides/_rels/slide7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2_0.png" Type="http://schemas.openxmlformats.org/officeDocument/2006/relationships/image" Target="../media/img_0_72_0.png"/>
</Relationships>

</file>

<file path=ppt/slides/_rels/slide7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3_0.png" Type="http://schemas.openxmlformats.org/officeDocument/2006/relationships/image" Target="../media/img_0_73_0.png"/>
</Relationships>

</file>

<file path=ppt/slides/_rels/slide7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4_0.png" Type="http://schemas.openxmlformats.org/officeDocument/2006/relationships/image" Target="../media/img_0_74_0.png"/>
</Relationships>

</file>

<file path=ppt/slides/_rels/slide7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5_0.png" Type="http://schemas.openxmlformats.org/officeDocument/2006/relationships/image" Target="../media/img_0_75_0.png"/>
</Relationships>

</file>

<file path=ppt/slides/_rels/slide7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6_0.png" Type="http://schemas.openxmlformats.org/officeDocument/2006/relationships/image" Target="../media/img_0_76_0.png"/>
</Relationships>

</file>

<file path=ppt/slides/_rels/slide7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7_0.png" Type="http://schemas.openxmlformats.org/officeDocument/2006/relationships/image" Target="../media/img_0_77_0.png"/>
</Relationships>

</file>

<file path=ppt/slides/_rels/slide7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8_0.png" Type="http://schemas.openxmlformats.org/officeDocument/2006/relationships/image" Target="../media/img_0_78_0.png"/>
</Relationships>

</file>

<file path=ppt/slides/_rels/slide8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79_0.png" Type="http://schemas.openxmlformats.org/officeDocument/2006/relationships/image" Target="../media/img_0_79_0.png"/>
</Relationships>

</file>

<file path=ppt/slides/_rels/slide8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0_0.png" Type="http://schemas.openxmlformats.org/officeDocument/2006/relationships/image" Target="../media/img_0_80_0.png"/>
</Relationships>

</file>

<file path=ppt/slides/_rels/slide8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1_0.png" Type="http://schemas.openxmlformats.org/officeDocument/2006/relationships/image" Target="../media/img_0_81_0.png"/>
</Relationships>

</file>

<file path=ppt/slides/_rels/slide8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2_0.png" Type="http://schemas.openxmlformats.org/officeDocument/2006/relationships/image" Target="../media/img_0_82_0.png"/>
</Relationships>

</file>

<file path=ppt/slides/_rels/slide8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3_0.png" Type="http://schemas.openxmlformats.org/officeDocument/2006/relationships/image" Target="../media/img_0_83_0.png"/>
</Relationships>

</file>

<file path=ppt/slides/_rels/slide8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4_0.png" Type="http://schemas.openxmlformats.org/officeDocument/2006/relationships/image" Target="../media/img_0_84_0.png"/>
</Relationships>

</file>

<file path=ppt/slides/_rels/slide8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5_0.png" Type="http://schemas.openxmlformats.org/officeDocument/2006/relationships/image" Target="../media/img_0_85_0.png"/>
</Relationships>

</file>

<file path=ppt/slides/_rels/slide8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6_0.png" Type="http://schemas.openxmlformats.org/officeDocument/2006/relationships/image" Target="../media/img_0_86_0.png"/>
</Relationships>

</file>

<file path=ppt/slides/_rels/slide8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7_0.png" Type="http://schemas.openxmlformats.org/officeDocument/2006/relationships/image" Target="../media/img_0_87_0.png"/>
</Relationships>

</file>

<file path=ppt/slides/_rels/slide8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8_0.png" Type="http://schemas.openxmlformats.org/officeDocument/2006/relationships/image" Target="../media/img_0_88_0.png"/>
</Relationships>

</file>

<file path=ppt/slides/_rels/slide9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89_0.png" Type="http://schemas.openxmlformats.org/officeDocument/2006/relationships/image" Target="../media/img_0_89_0.png"/>
</Relationships>

</file>

<file path=ppt/slides/_rels/slide9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0_0.png" Type="http://schemas.openxmlformats.org/officeDocument/2006/relationships/image" Target="../media/img_0_90_0.png"/>
</Relationships>

</file>

<file path=ppt/slides/_rels/slide9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1_0.png" Type="http://schemas.openxmlformats.org/officeDocument/2006/relationships/image" Target="../media/img_0_91_0.png"/>
</Relationships>

</file>

<file path=ppt/slides/_rels/slide9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2_0.png" Type="http://schemas.openxmlformats.org/officeDocument/2006/relationships/image" Target="../media/img_0_92_0.png"/>
</Relationships>

</file>

<file path=ppt/slides/_rels/slide9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3_0.png" Type="http://schemas.openxmlformats.org/officeDocument/2006/relationships/image" Target="../media/img_0_93_0.png"/>
</Relationships>

</file>

<file path=ppt/slides/_rels/slide9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4_0.png" Type="http://schemas.openxmlformats.org/officeDocument/2006/relationships/image" Target="../media/img_0_94_0.png"/>
</Relationships>

</file>

<file path=ppt/slides/_rels/slide9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5_0.png" Type="http://schemas.openxmlformats.org/officeDocument/2006/relationships/image" Target="../media/img_0_95_0.png"/>
</Relationships>

</file>

<file path=ppt/slides/_rels/slide9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6_0.png" Type="http://schemas.openxmlformats.org/officeDocument/2006/relationships/image" Target="../media/img_0_96_0.png"/>
</Relationships>

</file>

<file path=ppt/slides/_rels/slide9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7_0.png" Type="http://schemas.openxmlformats.org/officeDocument/2006/relationships/image" Target="../media/img_0_97_0.png"/>
</Relationships>

</file>

<file path=ppt/slides/_rels/slide9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8_0.png" Type="http://schemas.openxmlformats.org/officeDocument/2006/relationships/image" Target="../media/img_0_98_0.png"/>
</Relationships>

</file>

<file path=ppt/slides/_rels/slide10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99_0.png" Type="http://schemas.openxmlformats.org/officeDocument/2006/relationships/image" Target="../media/img_0_99_0.png"/>
</Relationships>

</file>

<file path=ppt/slides/_rels/slide10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0_0.png" Type="http://schemas.openxmlformats.org/officeDocument/2006/relationships/image" Target="../media/img_0_100_0.png"/>
</Relationships>

</file>

<file path=ppt/slides/_rels/slide10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1_0.png" Type="http://schemas.openxmlformats.org/officeDocument/2006/relationships/image" Target="../media/img_0_101_0.png"/>
</Relationships>

</file>

<file path=ppt/slides/_rels/slide10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2_0.png" Type="http://schemas.openxmlformats.org/officeDocument/2006/relationships/image" Target="../media/img_0_102_0.png"/>
</Relationships>

</file>

<file path=ppt/slides/_rels/slide10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3_0.png" Type="http://schemas.openxmlformats.org/officeDocument/2006/relationships/image" Target="../media/img_0_103_0.png"/>
</Relationships>

</file>

<file path=ppt/slides/_rels/slide10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4_0.png" Type="http://schemas.openxmlformats.org/officeDocument/2006/relationships/image" Target="../media/img_0_104_0.png"/>
</Relationships>

</file>

<file path=ppt/slides/_rels/slide10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5_0.png" Type="http://schemas.openxmlformats.org/officeDocument/2006/relationships/image" Target="../media/img_0_105_0.png"/>
</Relationships>

</file>

<file path=ppt/slides/_rels/slide10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6_0.png" Type="http://schemas.openxmlformats.org/officeDocument/2006/relationships/image" Target="../media/img_0_106_0.png"/>
</Relationships>

</file>

<file path=ppt/slides/_rels/slide10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7_0.png" Type="http://schemas.openxmlformats.org/officeDocument/2006/relationships/image" Target="../media/img_0_107_0.png"/>
</Relationships>

</file>

<file path=ppt/slides/_rels/slide10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8_0.png" Type="http://schemas.openxmlformats.org/officeDocument/2006/relationships/image" Target="../media/img_0_108_0.png"/>
</Relationships>

</file>

<file path=ppt/slides/_rels/slide1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09_0.png" Type="http://schemas.openxmlformats.org/officeDocument/2006/relationships/image" Target="../media/img_0_109_0.png"/>
</Relationships>

</file>

<file path=ppt/slides/_rels/slide1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0_0.png" Type="http://schemas.openxmlformats.org/officeDocument/2006/relationships/image" Target="../media/img_0_110_0.png"/>
</Relationships>

</file>

<file path=ppt/slides/_rels/slide1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1_0.png" Type="http://schemas.openxmlformats.org/officeDocument/2006/relationships/image" Target="../media/img_0_111_0.png"/>
</Relationships>

</file>

<file path=ppt/slides/_rels/slide1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2_0.png" Type="http://schemas.openxmlformats.org/officeDocument/2006/relationships/image" Target="../media/img_0_112_0.png"/>
</Relationships>

</file>

<file path=ppt/slides/_rels/slide1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3_0.png" Type="http://schemas.openxmlformats.org/officeDocument/2006/relationships/image" Target="../media/img_0_113_0.png"/>
</Relationships>

</file>

<file path=ppt/slides/_rels/slide1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4_0.png" Type="http://schemas.openxmlformats.org/officeDocument/2006/relationships/image" Target="../media/img_0_114_0.png"/>
</Relationships>

</file>

<file path=ppt/slides/_rels/slide1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5_0.png" Type="http://schemas.openxmlformats.org/officeDocument/2006/relationships/image" Target="../media/img_0_115_0.png"/>
</Relationships>

</file>

<file path=ppt/slides/_rels/slide1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6_0.png" Type="http://schemas.openxmlformats.org/officeDocument/2006/relationships/image" Target="../media/img_0_116_0.png"/>
</Relationships>

</file>

<file path=ppt/slides/_rels/slide1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7_0.png" Type="http://schemas.openxmlformats.org/officeDocument/2006/relationships/image" Target="../media/img_0_117_0.png"/>
</Relationships>

</file>

<file path=ppt/slides/_rels/slide1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8_0.png" Type="http://schemas.openxmlformats.org/officeDocument/2006/relationships/image" Target="../media/img_0_118_0.png"/>
</Relationships>

</file>

<file path=ppt/slides/_rels/slide1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19_0.png" Type="http://schemas.openxmlformats.org/officeDocument/2006/relationships/image" Target="../media/img_0_119_0.png"/>
</Relationships>

</file>

<file path=ppt/slides/_rels/slide1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0_0.png" Type="http://schemas.openxmlformats.org/officeDocument/2006/relationships/image" Target="../media/img_0_120_0.png"/>
</Relationships>

</file>

<file path=ppt/slides/_rels/slide1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1_0.png" Type="http://schemas.openxmlformats.org/officeDocument/2006/relationships/image" Target="../media/img_0_121_0.png"/>
</Relationships>

</file>

<file path=ppt/slides/_rels/slide1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2_0.png" Type="http://schemas.openxmlformats.org/officeDocument/2006/relationships/image" Target="../media/img_0_122_0.png"/>
</Relationships>

</file>

<file path=ppt/slides/_rels/slide1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3_0.png" Type="http://schemas.openxmlformats.org/officeDocument/2006/relationships/image" Target="../media/img_0_123_0.png"/>
</Relationships>

</file>

<file path=ppt/slides/_rels/slide1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4_0.png" Type="http://schemas.openxmlformats.org/officeDocument/2006/relationships/image" Target="../media/img_0_124_0.png"/>
</Relationships>

</file>

<file path=ppt/slides/_rels/slide1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5_0.png" Type="http://schemas.openxmlformats.org/officeDocument/2006/relationships/image" Target="../media/img_0_125_0.png"/>
</Relationships>

</file>

<file path=ppt/slides/_rels/slide1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6_0.png" Type="http://schemas.openxmlformats.org/officeDocument/2006/relationships/image" Target="../media/img_0_126_0.png"/>
</Relationships>

</file>

<file path=ppt/slides/_rels/slide1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7_0.png" Type="http://schemas.openxmlformats.org/officeDocument/2006/relationships/image" Target="../media/img_0_127_0.png"/>
</Relationships>

</file>

<file path=ppt/slides/_rels/slide1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8_0.png" Type="http://schemas.openxmlformats.org/officeDocument/2006/relationships/image" Target="../media/img_0_128_0.png"/>
</Relationships>

</file>

<file path=ppt/slides/_rels/slide1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29_0.png" Type="http://schemas.openxmlformats.org/officeDocument/2006/relationships/image" Target="../media/img_0_129_0.png"/>
</Relationships>

</file>

<file path=ppt/slides/_rels/slide1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0_0.png" Type="http://schemas.openxmlformats.org/officeDocument/2006/relationships/image" Target="../media/img_0_130_0.png"/>
</Relationships>

</file>

<file path=ppt/slides/_rels/slide1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1_0.png" Type="http://schemas.openxmlformats.org/officeDocument/2006/relationships/image" Target="../media/img_0_131_0.png"/>
</Relationships>

</file>

<file path=ppt/slides/_rels/slide1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2_0.png" Type="http://schemas.openxmlformats.org/officeDocument/2006/relationships/image" Target="../media/img_0_132_0.png"/>
</Relationships>

</file>

<file path=ppt/slides/_rels/slide1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3_0.png" Type="http://schemas.openxmlformats.org/officeDocument/2006/relationships/image" Target="../media/img_0_133_0.png"/>
</Relationships>

</file>

<file path=ppt/slides/_rels/slide1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4_0.png" Type="http://schemas.openxmlformats.org/officeDocument/2006/relationships/image" Target="../media/img_0_134_0.png"/>
</Relationships>

</file>

<file path=ppt/slides/_rels/slide1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5_0.png" Type="http://schemas.openxmlformats.org/officeDocument/2006/relationships/image" Target="../media/img_0_135_0.png"/>
</Relationships>

</file>

<file path=ppt/slides/_rels/slide1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6_0.png" Type="http://schemas.openxmlformats.org/officeDocument/2006/relationships/image" Target="../media/img_0_136_0.png"/>
</Relationships>

</file>

<file path=ppt/slides/_rels/slide1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7_0.png" Type="http://schemas.openxmlformats.org/officeDocument/2006/relationships/image" Target="../media/img_0_137_0.png"/>
</Relationships>

</file>

<file path=ppt/slides/_rels/slide1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8_0.png" Type="http://schemas.openxmlformats.org/officeDocument/2006/relationships/image" Target="../media/img_0_138_0.png"/>
</Relationships>

</file>

<file path=ppt/slides/_rels/slide1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39_0.png" Type="http://schemas.openxmlformats.org/officeDocument/2006/relationships/image" Target="../media/img_0_139_0.png"/>
</Relationships>

</file>

<file path=ppt/slides/_rels/slide1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0_0.png" Type="http://schemas.openxmlformats.org/officeDocument/2006/relationships/image" Target="../media/img_0_140_0.png"/>
</Relationships>

</file>

<file path=ppt/slides/_rels/slide1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1_0.png" Type="http://schemas.openxmlformats.org/officeDocument/2006/relationships/image" Target="../media/img_0_141_0.png"/>
</Relationships>

</file>

<file path=ppt/slides/_rels/slide1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2_0.png" Type="http://schemas.openxmlformats.org/officeDocument/2006/relationships/image" Target="../media/img_0_142_0.png"/>
</Relationships>

</file>

<file path=ppt/slides/_rels/slide1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3_0.png" Type="http://schemas.openxmlformats.org/officeDocument/2006/relationships/image" Target="../media/img_0_143_0.png"/>
</Relationships>

</file>

<file path=ppt/slides/_rels/slide14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4_0.png" Type="http://schemas.openxmlformats.org/officeDocument/2006/relationships/image" Target="../media/img_0_144_0.png"/>
</Relationships>

</file>

<file path=ppt/slides/_rels/slide14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5_0.png" Type="http://schemas.openxmlformats.org/officeDocument/2006/relationships/image" Target="../media/img_0_145_0.png"/>
</Relationships>

</file>

<file path=ppt/slides/_rels/slide14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6_0.png" Type="http://schemas.openxmlformats.org/officeDocument/2006/relationships/image" Target="../media/img_0_146_0.png"/>
</Relationships>

</file>

<file path=ppt/slides/_rels/slide14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7_0.png" Type="http://schemas.openxmlformats.org/officeDocument/2006/relationships/image" Target="../media/img_0_147_0.png"/>
</Relationships>

</file>

<file path=ppt/slides/_rels/slide14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8_0.png" Type="http://schemas.openxmlformats.org/officeDocument/2006/relationships/image" Target="../media/img_0_148_0.png"/>
</Relationships>

</file>

<file path=ppt/slides/_rels/slide15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49_0.png" Type="http://schemas.openxmlformats.org/officeDocument/2006/relationships/image" Target="../media/img_0_149_0.png"/>
</Relationships>

</file>

<file path=ppt/slides/_rels/slide15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0_0.png" Type="http://schemas.openxmlformats.org/officeDocument/2006/relationships/image" Target="../media/img_0_150_0.png"/>
</Relationships>

</file>

<file path=ppt/slides/_rels/slide15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1_0.png" Type="http://schemas.openxmlformats.org/officeDocument/2006/relationships/image" Target="../media/img_0_151_0.png"/>
</Relationships>

</file>

<file path=ppt/slides/_rels/slide15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2_0.png" Type="http://schemas.openxmlformats.org/officeDocument/2006/relationships/image" Target="../media/img_0_152_0.png"/>
</Relationships>

</file>

<file path=ppt/slides/_rels/slide15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3_0.png" Type="http://schemas.openxmlformats.org/officeDocument/2006/relationships/image" Target="../media/img_0_153_0.png"/>
</Relationships>

</file>

<file path=ppt/slides/_rels/slide15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4_0.png" Type="http://schemas.openxmlformats.org/officeDocument/2006/relationships/image" Target="../media/img_0_154_0.png"/>
</Relationships>

</file>

<file path=ppt/slides/_rels/slide15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5_0.png" Type="http://schemas.openxmlformats.org/officeDocument/2006/relationships/image" Target="../media/img_0_155_0.png"/>
</Relationships>

</file>

<file path=ppt/slides/_rels/slide15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6_0.png" Type="http://schemas.openxmlformats.org/officeDocument/2006/relationships/image" Target="../media/img_0_156_0.png"/>
</Relationships>

</file>

<file path=ppt/slides/_rels/slide15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7_0.png" Type="http://schemas.openxmlformats.org/officeDocument/2006/relationships/image" Target="../media/img_0_157_0.png"/>
</Relationships>

</file>

<file path=ppt/slides/_rels/slide15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8_0.png" Type="http://schemas.openxmlformats.org/officeDocument/2006/relationships/image" Target="../media/img_0_158_0.png"/>
</Relationships>

</file>

<file path=ppt/slides/_rels/slide16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59_0.png" Type="http://schemas.openxmlformats.org/officeDocument/2006/relationships/image" Target="../media/img_0_159_0.png"/>
</Relationships>

</file>

<file path=ppt/slides/_rels/slide16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0_0.png" Type="http://schemas.openxmlformats.org/officeDocument/2006/relationships/image" Target="../media/img_0_160_0.png"/>
</Relationships>

</file>

<file path=ppt/slides/_rels/slide16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1_0.png" Type="http://schemas.openxmlformats.org/officeDocument/2006/relationships/image" Target="../media/img_0_161_0.png"/>
</Relationships>

</file>

<file path=ppt/slides/_rels/slide16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2_0.png" Type="http://schemas.openxmlformats.org/officeDocument/2006/relationships/image" Target="../media/img_0_162_0.png"/>
</Relationships>

</file>

<file path=ppt/slides/_rels/slide16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3_0.png" Type="http://schemas.openxmlformats.org/officeDocument/2006/relationships/image" Target="../media/img_0_163_0.png"/>
</Relationships>

</file>

<file path=ppt/slides/_rels/slide16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4_0.png" Type="http://schemas.openxmlformats.org/officeDocument/2006/relationships/image" Target="../media/img_0_164_0.png"/>
</Relationships>

</file>

<file path=ppt/slides/_rels/slide16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5_0.png" Type="http://schemas.openxmlformats.org/officeDocument/2006/relationships/image" Target="../media/img_0_165_0.png"/>
</Relationships>

</file>

<file path=ppt/slides/_rels/slide16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6_0.png" Type="http://schemas.openxmlformats.org/officeDocument/2006/relationships/image" Target="../media/img_0_166_0.png"/>
</Relationships>

</file>

<file path=ppt/slides/_rels/slide16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7_0.png" Type="http://schemas.openxmlformats.org/officeDocument/2006/relationships/image" Target="../media/img_0_167_0.png"/>
</Relationships>

</file>

<file path=ppt/slides/_rels/slide16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8_0.png" Type="http://schemas.openxmlformats.org/officeDocument/2006/relationships/image" Target="../media/img_0_168_0.png"/>
</Relationships>

</file>

<file path=ppt/slides/_rels/slide17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69_0.png" Type="http://schemas.openxmlformats.org/officeDocument/2006/relationships/image" Target="../media/img_0_169_0.png"/>
</Relationships>

</file>

<file path=ppt/slides/_rels/slide17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0_0.png" Type="http://schemas.openxmlformats.org/officeDocument/2006/relationships/image" Target="../media/img_0_170_0.png"/>
</Relationships>

</file>

<file path=ppt/slides/_rels/slide17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1_0.png" Type="http://schemas.openxmlformats.org/officeDocument/2006/relationships/image" Target="../media/img_0_171_0.png"/>
</Relationships>

</file>

<file path=ppt/slides/_rels/slide17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2_0.png" Type="http://schemas.openxmlformats.org/officeDocument/2006/relationships/image" Target="../media/img_0_172_0.png"/>
</Relationships>

</file>

<file path=ppt/slides/_rels/slide17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3_0.png" Type="http://schemas.openxmlformats.org/officeDocument/2006/relationships/image" Target="../media/img_0_173_0.png"/>
</Relationships>

</file>

<file path=ppt/slides/_rels/slide17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4_0.png" Type="http://schemas.openxmlformats.org/officeDocument/2006/relationships/image" Target="../media/img_0_174_0.png"/>
</Relationships>

</file>

<file path=ppt/slides/_rels/slide17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5_0.png" Type="http://schemas.openxmlformats.org/officeDocument/2006/relationships/image" Target="../media/img_0_175_0.png"/>
</Relationships>

</file>

<file path=ppt/slides/_rels/slide17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6_0.png" Type="http://schemas.openxmlformats.org/officeDocument/2006/relationships/image" Target="../media/img_0_176_0.png"/>
</Relationships>

</file>

<file path=ppt/slides/_rels/slide17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7_0.png" Type="http://schemas.openxmlformats.org/officeDocument/2006/relationships/image" Target="../media/img_0_177_0.png"/>
</Relationships>

</file>

<file path=ppt/slides/_rels/slide17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8_0.png" Type="http://schemas.openxmlformats.org/officeDocument/2006/relationships/image" Target="../media/img_0_178_0.png"/>
</Relationships>

</file>

<file path=ppt/slides/_rels/slide18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79_0.png" Type="http://schemas.openxmlformats.org/officeDocument/2006/relationships/image" Target="../media/img_0_179_0.png"/>
</Relationships>

</file>

<file path=ppt/slides/_rels/slide18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0_0.png" Type="http://schemas.openxmlformats.org/officeDocument/2006/relationships/image" Target="../media/img_0_180_0.png"/>
</Relationships>

</file>

<file path=ppt/slides/_rels/slide18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1_0.png" Type="http://schemas.openxmlformats.org/officeDocument/2006/relationships/image" Target="../media/img_0_181_0.png"/>
</Relationships>

</file>

<file path=ppt/slides/_rels/slide18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2_0.png" Type="http://schemas.openxmlformats.org/officeDocument/2006/relationships/image" Target="../media/img_0_182_0.png"/>
</Relationships>

</file>

<file path=ppt/slides/_rels/slide18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3_0.png" Type="http://schemas.openxmlformats.org/officeDocument/2006/relationships/image" Target="../media/img_0_183_0.png"/>
</Relationships>

</file>

<file path=ppt/slides/_rels/slide18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4_0.png" Type="http://schemas.openxmlformats.org/officeDocument/2006/relationships/image" Target="../media/img_0_184_0.png"/>
</Relationships>

</file>

<file path=ppt/slides/_rels/slide18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5_0.png" Type="http://schemas.openxmlformats.org/officeDocument/2006/relationships/image" Target="../media/img_0_185_0.png"/>
</Relationships>

</file>

<file path=ppt/slides/_rels/slide18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6_0.png" Type="http://schemas.openxmlformats.org/officeDocument/2006/relationships/image" Target="../media/img_0_186_0.png"/>
</Relationships>

</file>

<file path=ppt/slides/_rels/slide18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7_0.png" Type="http://schemas.openxmlformats.org/officeDocument/2006/relationships/image" Target="../media/img_0_187_0.png"/>
</Relationships>

</file>

<file path=ppt/slides/_rels/slide18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8_0.png" Type="http://schemas.openxmlformats.org/officeDocument/2006/relationships/image" Target="../media/img_0_188_0.png"/>
</Relationships>

</file>

<file path=ppt/slides/_rels/slide19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89_0.png" Type="http://schemas.openxmlformats.org/officeDocument/2006/relationships/image" Target="../media/img_0_189_0.png"/>
</Relationships>

</file>

<file path=ppt/slides/_rels/slide19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0_0.png" Type="http://schemas.openxmlformats.org/officeDocument/2006/relationships/image" Target="../media/img_0_190_0.png"/>
</Relationships>

</file>

<file path=ppt/slides/_rels/slide19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1_0.png" Type="http://schemas.openxmlformats.org/officeDocument/2006/relationships/image" Target="../media/img_0_191_0.png"/>
</Relationships>

</file>

<file path=ppt/slides/_rels/slide19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2_0.png" Type="http://schemas.openxmlformats.org/officeDocument/2006/relationships/image" Target="../media/img_0_192_0.png"/>
</Relationships>

</file>

<file path=ppt/slides/_rels/slide19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3_0.png" Type="http://schemas.openxmlformats.org/officeDocument/2006/relationships/image" Target="../media/img_0_193_0.png"/>
</Relationships>

</file>

<file path=ppt/slides/_rels/slide19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4_0.png" Type="http://schemas.openxmlformats.org/officeDocument/2006/relationships/image" Target="../media/img_0_194_0.png"/>
</Relationships>

</file>

<file path=ppt/slides/_rels/slide19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5_0.png" Type="http://schemas.openxmlformats.org/officeDocument/2006/relationships/image" Target="../media/img_0_195_0.png"/>
</Relationships>

</file>

<file path=ppt/slides/_rels/slide19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6_0.png" Type="http://schemas.openxmlformats.org/officeDocument/2006/relationships/image" Target="../media/img_0_196_0.png"/>
</Relationships>

</file>

<file path=ppt/slides/_rels/slide19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7_0.png" Type="http://schemas.openxmlformats.org/officeDocument/2006/relationships/image" Target="../media/img_0_197_0.png"/>
</Relationships>

</file>

<file path=ppt/slides/_rels/slide19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8_0.png" Type="http://schemas.openxmlformats.org/officeDocument/2006/relationships/image" Target="../media/img_0_198_0.png"/>
</Relationships>

</file>

<file path=ppt/slides/_rels/slide20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199_0.png" Type="http://schemas.openxmlformats.org/officeDocument/2006/relationships/image" Target="../media/img_0_199_0.png"/>
</Relationships>

</file>

<file path=ppt/slides/_rels/slide20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0_0.png" Type="http://schemas.openxmlformats.org/officeDocument/2006/relationships/image" Target="../media/img_0_200_0.png"/>
</Relationships>

</file>

<file path=ppt/slides/_rels/slide20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1_0.png" Type="http://schemas.openxmlformats.org/officeDocument/2006/relationships/image" Target="../media/img_0_201_0.png"/>
</Relationships>

</file>

<file path=ppt/slides/_rels/slide20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2_0.png" Type="http://schemas.openxmlformats.org/officeDocument/2006/relationships/image" Target="../media/img_0_202_0.png"/>
</Relationships>

</file>

<file path=ppt/slides/_rels/slide20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3_0.png" Type="http://schemas.openxmlformats.org/officeDocument/2006/relationships/image" Target="../media/img_0_203_0.png"/>
</Relationships>

</file>

<file path=ppt/slides/_rels/slide20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4_0.png" Type="http://schemas.openxmlformats.org/officeDocument/2006/relationships/image" Target="../media/img_0_204_0.png"/>
</Relationships>

</file>

<file path=ppt/slides/_rels/slide20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5_0.png" Type="http://schemas.openxmlformats.org/officeDocument/2006/relationships/image" Target="../media/img_0_205_0.png"/>
</Relationships>

</file>

<file path=ppt/slides/_rels/slide20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6_0.png" Type="http://schemas.openxmlformats.org/officeDocument/2006/relationships/image" Target="../media/img_0_206_0.png"/>
</Relationships>

</file>

<file path=ppt/slides/_rels/slide20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7_0.png" Type="http://schemas.openxmlformats.org/officeDocument/2006/relationships/image" Target="../media/img_0_207_0.png"/>
</Relationships>

</file>

<file path=ppt/slides/_rels/slide20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8_0.png" Type="http://schemas.openxmlformats.org/officeDocument/2006/relationships/image" Target="../media/img_0_208_0.png"/>
</Relationships>

</file>

<file path=ppt/slides/_rels/slide2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09_0.png" Type="http://schemas.openxmlformats.org/officeDocument/2006/relationships/image" Target="../media/img_0_209_0.png"/>
</Relationships>

</file>

<file path=ppt/slides/_rels/slide2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0_0.png" Type="http://schemas.openxmlformats.org/officeDocument/2006/relationships/image" Target="../media/img_0_210_0.png"/>
</Relationships>

</file>

<file path=ppt/slides/_rels/slide2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1_0.png" Type="http://schemas.openxmlformats.org/officeDocument/2006/relationships/image" Target="../media/img_0_211_0.png"/>
</Relationships>

</file>

<file path=ppt/slides/_rels/slide2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2_0.png" Type="http://schemas.openxmlformats.org/officeDocument/2006/relationships/image" Target="../media/img_0_212_0.png"/>
</Relationships>

</file>

<file path=ppt/slides/_rels/slide2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3_0.png" Type="http://schemas.openxmlformats.org/officeDocument/2006/relationships/image" Target="../media/img_0_213_0.png"/>
</Relationships>

</file>

<file path=ppt/slides/_rels/slide2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4_0.png" Type="http://schemas.openxmlformats.org/officeDocument/2006/relationships/image" Target="../media/img_0_214_0.png"/>
</Relationships>

</file>

<file path=ppt/slides/_rels/slide2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5_0.png" Type="http://schemas.openxmlformats.org/officeDocument/2006/relationships/image" Target="../media/img_0_215_0.png"/>
</Relationships>

</file>

<file path=ppt/slides/_rels/slide2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6_0.png" Type="http://schemas.openxmlformats.org/officeDocument/2006/relationships/image" Target="../media/img_0_216_0.png"/>
</Relationships>

</file>

<file path=ppt/slides/_rels/slide2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7_0.png" Type="http://schemas.openxmlformats.org/officeDocument/2006/relationships/image" Target="../media/img_0_217_0.png"/>
</Relationships>

</file>

<file path=ppt/slides/_rels/slide2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8_0.png" Type="http://schemas.openxmlformats.org/officeDocument/2006/relationships/image" Target="../media/img_0_218_0.png"/>
</Relationships>

</file>

<file path=ppt/slides/_rels/slide2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19_0.png" Type="http://schemas.openxmlformats.org/officeDocument/2006/relationships/image" Target="../media/img_0_219_0.png"/>
</Relationships>

</file>

<file path=ppt/slides/_rels/slide2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0_0.png" Type="http://schemas.openxmlformats.org/officeDocument/2006/relationships/image" Target="../media/img_0_220_0.png"/>
</Relationships>

</file>

<file path=ppt/slides/_rels/slide2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1_0.png" Type="http://schemas.openxmlformats.org/officeDocument/2006/relationships/image" Target="../media/img_0_221_0.png"/>
</Relationships>

</file>

<file path=ppt/slides/_rels/slide2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2_0.png" Type="http://schemas.openxmlformats.org/officeDocument/2006/relationships/image" Target="../media/img_0_222_0.png"/>
</Relationships>

</file>

<file path=ppt/slides/_rels/slide2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3_0.png" Type="http://schemas.openxmlformats.org/officeDocument/2006/relationships/image" Target="../media/img_0_223_0.png"/>
</Relationships>

</file>

<file path=ppt/slides/_rels/slide2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4_0.png" Type="http://schemas.openxmlformats.org/officeDocument/2006/relationships/image" Target="../media/img_0_224_0.png"/>
</Relationships>

</file>

<file path=ppt/slides/_rels/slide2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5_0.png" Type="http://schemas.openxmlformats.org/officeDocument/2006/relationships/image" Target="../media/img_0_225_0.png"/>
</Relationships>

</file>

<file path=ppt/slides/_rels/slide2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6_0.png" Type="http://schemas.openxmlformats.org/officeDocument/2006/relationships/image" Target="../media/img_0_226_0.png"/>
</Relationships>

</file>

<file path=ppt/slides/_rels/slide2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7_0.png" Type="http://schemas.openxmlformats.org/officeDocument/2006/relationships/image" Target="../media/img_0_227_0.png"/>
</Relationships>

</file>

<file path=ppt/slides/_rels/slide2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8_0.png" Type="http://schemas.openxmlformats.org/officeDocument/2006/relationships/image" Target="../media/img_0_228_0.png"/>
</Relationships>

</file>

<file path=ppt/slides/_rels/slide2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29_0.png" Type="http://schemas.openxmlformats.org/officeDocument/2006/relationships/image" Target="../media/img_0_229_0.png"/>
</Relationships>

</file>

<file path=ppt/slides/_rels/slide2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0_0.png" Type="http://schemas.openxmlformats.org/officeDocument/2006/relationships/image" Target="../media/img_0_230_0.png"/>
</Relationships>

</file>

<file path=ppt/slides/_rels/slide2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1_0.png" Type="http://schemas.openxmlformats.org/officeDocument/2006/relationships/image" Target="../media/img_0_231_0.png"/>
</Relationships>

</file>

<file path=ppt/slides/_rels/slide2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2_0.png" Type="http://schemas.openxmlformats.org/officeDocument/2006/relationships/image" Target="../media/img_0_232_0.png"/>
</Relationships>

</file>

<file path=ppt/slides/_rels/slide2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3_0.png" Type="http://schemas.openxmlformats.org/officeDocument/2006/relationships/image" Target="../media/img_0_233_0.png"/>
</Relationships>

</file>

<file path=ppt/slides/_rels/slide2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4_0.png" Type="http://schemas.openxmlformats.org/officeDocument/2006/relationships/image" Target="../media/img_0_234_0.png"/>
</Relationships>

</file>

<file path=ppt/slides/_rels/slide2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5_0.png" Type="http://schemas.openxmlformats.org/officeDocument/2006/relationships/image" Target="../media/img_0_235_0.png"/>
</Relationships>

</file>

<file path=ppt/slides/_rels/slide2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6_0.png" Type="http://schemas.openxmlformats.org/officeDocument/2006/relationships/image" Target="../media/img_0_236_0.png"/>
</Relationships>

</file>

<file path=ppt/slides/_rels/slide2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7_0.png" Type="http://schemas.openxmlformats.org/officeDocument/2006/relationships/image" Target="../media/img_0_237_0.png"/>
</Relationships>

</file>

<file path=ppt/slides/_rels/slide2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8_0.png" Type="http://schemas.openxmlformats.org/officeDocument/2006/relationships/image" Target="../media/img_0_238_0.png"/>
</Relationships>

</file>

<file path=ppt/slides/_rels/slide2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39_0.png" Type="http://schemas.openxmlformats.org/officeDocument/2006/relationships/image" Target="../media/img_0_239_0.png"/>
</Relationships>

</file>

<file path=ppt/slides/_rels/slide2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40_0.png" Type="http://schemas.openxmlformats.org/officeDocument/2006/relationships/image" Target="../media/img_0_240_0.png"/>
</Relationships>

</file>

<file path=ppt/slides/_rels/slide2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 <Relationship Id="img_0_241_0.png" Type="http://schemas.openxmlformats.org/officeDocument/2006/relationships/image" Target="../media/img_0_241_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9548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8720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G0015809</a:t>
            </a:r>
          </a:p>
        </p:txBody>
      </p:sp>
      <p:sp>
        <p:nvSpPr>
          <p:cNvPr id="11614042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SHIRLEY YAMILETH ZACARIAS MURALLES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24413" name="Picture">
    </p:cNvPr>
          <p:cNvPicPr>
            <a:picLocks noChangeAspect="1"/>
          </p:cNvPicPr>
          <p:nvPr/>
        </p:nvPicPr>
        <p:blipFill>
          <a:blip r:embed="img_0_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6531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G0015853</a:t>
            </a:r>
          </a:p>
        </p:txBody>
      </p:sp>
      <p:sp>
        <p:nvSpPr>
          <p:cNvPr id="232626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BORIS GEOVANY HERRERA MOTA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21813" name="Picture">
    </p:cNvPr>
          <p:cNvPicPr>
            <a:picLocks noChangeAspect="1"/>
          </p:cNvPicPr>
          <p:nvPr/>
        </p:nvPicPr>
        <p:blipFill>
          <a:blip r:embed="img_0_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16895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G0015868</a:t>
            </a:r>
          </a:p>
        </p:txBody>
      </p:sp>
      <p:sp>
        <p:nvSpPr>
          <p:cNvPr id="2372500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VINICIO LOPEZ ECHEVERRIA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52653" name="Picture">
    </p:cNvPr>
          <p:cNvPicPr>
            <a:picLocks noChangeAspect="1"/>
          </p:cNvPicPr>
          <p:nvPr/>
        </p:nvPicPr>
        <p:blipFill>
          <a:blip r:embed="img_0_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35610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G0015897</a:t>
            </a:r>
          </a:p>
        </p:txBody>
      </p:sp>
      <p:sp>
        <p:nvSpPr>
          <p:cNvPr id="30469857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MIGUEL EUDIPSIO ERICASTILLA MELENDRES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9609" name="Picture">
    </p:cNvPr>
          <p:cNvPicPr>
            <a:picLocks noChangeAspect="1"/>
          </p:cNvPicPr>
          <p:nvPr/>
        </p:nvPicPr>
        <p:blipFill>
          <a:blip r:embed="img_0_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15253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G0015917</a:t>
            </a:r>
          </a:p>
        </p:txBody>
      </p:sp>
      <p:sp>
        <p:nvSpPr>
          <p:cNvPr id="138505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ESTUARDO MENDEZ COJ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2316" name="Picture">
    </p:cNvPr>
          <p:cNvPicPr>
            <a:picLocks noChangeAspect="1"/>
          </p:cNvPicPr>
          <p:nvPr/>
        </p:nvPicPr>
        <p:blipFill>
          <a:blip r:embed="img_0_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34771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G0015918</a:t>
            </a:r>
          </a:p>
        </p:txBody>
      </p:sp>
      <p:sp>
        <p:nvSpPr>
          <p:cNvPr id="856548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ROBERTO YOL GUTIERREZ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2180" name="Picture">
    </p:cNvPr>
          <p:cNvPicPr>
            <a:picLocks noChangeAspect="1"/>
          </p:cNvPicPr>
          <p:nvPr/>
        </p:nvPicPr>
        <p:blipFill>
          <a:blip r:embed="img_0_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86015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G0015998</a:t>
            </a:r>
          </a:p>
        </p:txBody>
      </p:sp>
      <p:sp>
        <p:nvSpPr>
          <p:cNvPr id="3087996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YESENIA MARISOL GALINDO ORTIZ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1790" name="Picture">
    </p:cNvPr>
          <p:cNvPicPr>
            <a:picLocks noChangeAspect="1"/>
          </p:cNvPicPr>
          <p:nvPr/>
        </p:nvPicPr>
        <p:blipFill>
          <a:blip r:embed="img_0_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420132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G0015999</a:t>
            </a:r>
          </a:p>
        </p:txBody>
      </p:sp>
      <p:sp>
        <p:nvSpPr>
          <p:cNvPr id="1311549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GERSSON ALEXANDER CARIAS ORTIZ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40190" name="Picture">
    </p:cNvPr>
          <p:cNvPicPr>
            <a:picLocks noChangeAspect="1"/>
          </p:cNvPicPr>
          <p:nvPr/>
        </p:nvPicPr>
        <p:blipFill>
          <a:blip r:embed="img_0_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814273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G0016053</a:t>
            </a:r>
          </a:p>
        </p:txBody>
      </p:sp>
      <p:sp>
        <p:nvSpPr>
          <p:cNvPr id="1589565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LISANDRO WALDERMAR OVALLE CAAL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7094" name="Picture">
    </p:cNvPr>
          <p:cNvPicPr>
            <a:picLocks noChangeAspect="1"/>
          </p:cNvPicPr>
          <p:nvPr/>
        </p:nvPicPr>
        <p:blipFill>
          <a:blip r:embed="img_0_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77858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G0016085</a:t>
            </a:r>
          </a:p>
        </p:txBody>
      </p:sp>
      <p:sp>
        <p:nvSpPr>
          <p:cNvPr id="1913447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ANDRES ROLANDO CHOC CHOC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7995" name="Picture">
    </p:cNvPr>
          <p:cNvPicPr>
            <a:picLocks noChangeAspect="1"/>
          </p:cNvPicPr>
          <p:nvPr/>
        </p:nvPicPr>
        <p:blipFill>
          <a:blip r:embed="img_0_1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44724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G0016086</a:t>
            </a:r>
          </a:p>
        </p:txBody>
      </p:sp>
      <p:sp>
        <p:nvSpPr>
          <p:cNvPr id="7443118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ELDHERT ABRAHAM MARTINEZ LARRAVE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3610" name="Picture">
    </p:cNvPr>
          <p:cNvPicPr>
            <a:picLocks noChangeAspect="1"/>
          </p:cNvPicPr>
          <p:nvPr/>
        </p:nvPicPr>
        <p:blipFill>
          <a:blip r:embed="img_0_1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2798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G0016201</a:t>
            </a:r>
          </a:p>
        </p:txBody>
      </p:sp>
      <p:sp>
        <p:nvSpPr>
          <p:cNvPr id="1385619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CARLOS HERNANDEZ NAJARRO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8933" name="Picture">
    </p:cNvPr>
          <p:cNvPicPr>
            <a:picLocks noChangeAspect="1"/>
          </p:cNvPicPr>
          <p:nvPr/>
        </p:nvPicPr>
        <p:blipFill>
          <a:blip r:embed="img_0_1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5627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G0016217</a:t>
            </a:r>
          </a:p>
        </p:txBody>
      </p:sp>
      <p:sp>
        <p:nvSpPr>
          <p:cNvPr id="2897462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ARLEEN VANESSA BAUTISTA VICENTE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5304" name="Picture">
    </p:cNvPr>
          <p:cNvPicPr>
            <a:picLocks noChangeAspect="1"/>
          </p:cNvPicPr>
          <p:nvPr/>
        </p:nvPicPr>
        <p:blipFill>
          <a:blip r:embed="img_0_1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3148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G0016221</a:t>
            </a:r>
          </a:p>
        </p:txBody>
      </p:sp>
      <p:sp>
        <p:nvSpPr>
          <p:cNvPr id="447490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RUDY ARMANDO GUILLERMO RODRIGUEZ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30643" name="Picture">
    </p:cNvPr>
          <p:cNvPicPr>
            <a:picLocks noChangeAspect="1"/>
          </p:cNvPicPr>
          <p:nvPr/>
        </p:nvPicPr>
        <p:blipFill>
          <a:blip r:embed="img_0_1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59285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G0016225</a:t>
            </a:r>
          </a:p>
        </p:txBody>
      </p:sp>
      <p:sp>
        <p:nvSpPr>
          <p:cNvPr id="2074179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JULISA ALEXANDRA GARCIA SALGUERO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4783" name="Picture">
    </p:cNvPr>
          <p:cNvPicPr>
            <a:picLocks noChangeAspect="1"/>
          </p:cNvPicPr>
          <p:nvPr/>
        </p:nvPicPr>
        <p:blipFill>
          <a:blip r:embed="img_0_1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21801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G0035307</a:t>
            </a:r>
          </a:p>
        </p:txBody>
      </p:sp>
      <p:sp>
        <p:nvSpPr>
          <p:cNvPr id="182146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ABEL ERNESTO RIVAS PALACIOS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055" name="Picture">
    </p:cNvPr>
          <p:cNvPicPr>
            <a:picLocks noChangeAspect="1"/>
          </p:cNvPicPr>
          <p:nvPr/>
        </p:nvPicPr>
        <p:blipFill>
          <a:blip r:embed="img_0_1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699563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G0035794</a:t>
            </a:r>
          </a:p>
        </p:txBody>
      </p:sp>
      <p:sp>
        <p:nvSpPr>
          <p:cNvPr id="93271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LILLIAN LORENA CAMEY LOPEZ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5057" name="Picture">
    </p:cNvPr>
          <p:cNvPicPr>
            <a:picLocks noChangeAspect="1"/>
          </p:cNvPicPr>
          <p:nvPr/>
        </p:nvPicPr>
        <p:blipFill>
          <a:blip r:embed="img_0_17_0.png"/>
          <a:srcRect/>
          <a:stretch>
            <a:fillRect l="0" t="0" r="0" b="62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79195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G00358</a:t>
            </a:r>
          </a:p>
        </p:txBody>
      </p:sp>
      <p:sp>
        <p:nvSpPr>
          <p:cNvPr id="396264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MAURICE FRANK DALTON DEL'PECH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1107" name="Picture">
    </p:cNvPr>
          <p:cNvPicPr>
            <a:picLocks noChangeAspect="1"/>
          </p:cNvPicPr>
          <p:nvPr/>
        </p:nvPicPr>
        <p:blipFill>
          <a:blip r:embed="img_0_1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6209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G0035864</a:t>
            </a:r>
          </a:p>
        </p:txBody>
      </p:sp>
      <p:sp>
        <p:nvSpPr>
          <p:cNvPr id="3490543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BRANDON ALEXANDER BETANCOURTH ROJAS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03021" name="Picture">
    </p:cNvPr>
          <p:cNvPicPr>
            <a:picLocks noChangeAspect="1"/>
          </p:cNvPicPr>
          <p:nvPr/>
        </p:nvPicPr>
        <p:blipFill>
          <a:blip r:embed="img_0_1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48043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G0035876</a:t>
            </a:r>
          </a:p>
        </p:txBody>
      </p:sp>
      <p:sp>
        <p:nvSpPr>
          <p:cNvPr id="1799982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ESTUARDO CANO MANZANERO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13376" name="Picture">
    </p:cNvPr>
          <p:cNvPicPr>
            <a:picLocks noChangeAspect="1"/>
          </p:cNvPicPr>
          <p:nvPr/>
        </p:nvPicPr>
        <p:blipFill>
          <a:blip r:embed="img_0_2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75086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G0035908</a:t>
            </a:r>
          </a:p>
        </p:txBody>
      </p:sp>
      <p:sp>
        <p:nvSpPr>
          <p:cNvPr id="3242985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PAUL ANTONIO SALAZAR PEREZ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9070" name="Picture">
    </p:cNvPr>
          <p:cNvPicPr>
            <a:picLocks noChangeAspect="1"/>
          </p:cNvPicPr>
          <p:nvPr/>
        </p:nvPicPr>
        <p:blipFill>
          <a:blip r:embed="img_0_2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865575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G0036160</a:t>
            </a:r>
          </a:p>
        </p:txBody>
      </p:sp>
      <p:sp>
        <p:nvSpPr>
          <p:cNvPr id="1468650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ESTEBAN BERNABE ARIAS CARIAS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2182" name="Picture">
    </p:cNvPr>
          <p:cNvPicPr>
            <a:picLocks noChangeAspect="1"/>
          </p:cNvPicPr>
          <p:nvPr/>
        </p:nvPicPr>
        <p:blipFill>
          <a:blip r:embed="img_0_2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91561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G0111184</a:t>
            </a:r>
          </a:p>
        </p:txBody>
      </p:sp>
      <p:sp>
        <p:nvSpPr>
          <p:cNvPr id="1624602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BASILIO SURUY IXPEC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40458" name="Picture">
    </p:cNvPr>
          <p:cNvPicPr>
            <a:picLocks noChangeAspect="1"/>
          </p:cNvPicPr>
          <p:nvPr/>
        </p:nvPicPr>
        <p:blipFill>
          <a:blip r:embed="img_0_2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73157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G0111201</a:t>
            </a:r>
          </a:p>
        </p:txBody>
      </p:sp>
      <p:sp>
        <p:nvSpPr>
          <p:cNvPr id="1049046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BAYRON GOMEZ PIXTUN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2448" name="Picture">
    </p:cNvPr>
          <p:cNvPicPr>
            <a:picLocks noChangeAspect="1"/>
          </p:cNvPicPr>
          <p:nvPr/>
        </p:nvPicPr>
        <p:blipFill>
          <a:blip r:embed="img_0_2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33337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G0111216</a:t>
            </a:r>
          </a:p>
        </p:txBody>
      </p:sp>
      <p:sp>
        <p:nvSpPr>
          <p:cNvPr id="1297691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ASTURIAS CHIS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65487" name="Picture">
    </p:cNvPr>
          <p:cNvPicPr>
            <a:picLocks noChangeAspect="1"/>
          </p:cNvPicPr>
          <p:nvPr/>
        </p:nvPicPr>
        <p:blipFill>
          <a:blip r:embed="img_0_25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55773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G011140</a:t>
            </a:r>
          </a:p>
        </p:txBody>
      </p:sp>
      <p:sp>
        <p:nvSpPr>
          <p:cNvPr id="22272822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LEYDER RONALDO CASTELLANOS CORTES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2748" name="Picture">
    </p:cNvPr>
          <p:cNvPicPr>
            <a:picLocks noChangeAspect="1"/>
          </p:cNvPicPr>
          <p:nvPr/>
        </p:nvPicPr>
        <p:blipFill>
          <a:blip r:embed="img_0_26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67862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G011143</a:t>
            </a:r>
          </a:p>
        </p:txBody>
      </p:sp>
      <p:sp>
        <p:nvSpPr>
          <p:cNvPr id="2652921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RODOLFO ESTRADA RODRIGUEZ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4653" name="Picture">
    </p:cNvPr>
          <p:cNvPicPr>
            <a:picLocks noChangeAspect="1"/>
          </p:cNvPicPr>
          <p:nvPr/>
        </p:nvPicPr>
        <p:blipFill>
          <a:blip r:embed="img_0_27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47061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G011144</a:t>
            </a:r>
          </a:p>
        </p:txBody>
      </p:sp>
      <p:sp>
        <p:nvSpPr>
          <p:cNvPr id="804744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MYNOR ABEL CAYAX CISNEROS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51240" name="Picture">
    </p:cNvPr>
          <p:cNvPicPr>
            <a:picLocks noChangeAspect="1"/>
          </p:cNvPicPr>
          <p:nvPr/>
        </p:nvPicPr>
        <p:blipFill>
          <a:blip r:embed="img_0_28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08274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G011148</a:t>
            </a:r>
          </a:p>
        </p:txBody>
      </p:sp>
      <p:sp>
        <p:nvSpPr>
          <p:cNvPr id="1088459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MYNOR ALBERTO GOMEZ SOLORZANO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6631" name="Picture">
    </p:cNvPr>
          <p:cNvPicPr>
            <a:picLocks noChangeAspect="1"/>
          </p:cNvPicPr>
          <p:nvPr/>
        </p:nvPicPr>
        <p:blipFill>
          <a:blip r:embed="img_0_29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03761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G011151</a:t>
            </a:r>
          </a:p>
        </p:txBody>
      </p:sp>
      <p:sp>
        <p:nvSpPr>
          <p:cNvPr id="1995687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GLENDA MARLEN ARCHILA LOPEZ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6170" name="Picture">
    </p:cNvPr>
          <p:cNvPicPr>
            <a:picLocks noChangeAspect="1"/>
          </p:cNvPicPr>
          <p:nvPr/>
        </p:nvPicPr>
        <p:blipFill>
          <a:blip r:embed="img_0_3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18766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G0111845</a:t>
            </a:r>
          </a:p>
        </p:txBody>
      </p:sp>
      <p:sp>
        <p:nvSpPr>
          <p:cNvPr id="179825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EDUARDO BONILLA ARANA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9452" name="Picture">
    </p:cNvPr>
          <p:cNvPicPr>
            <a:picLocks noChangeAspect="1"/>
          </p:cNvPicPr>
          <p:nvPr/>
        </p:nvPicPr>
        <p:blipFill>
          <a:blip r:embed="img_0_3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69543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G0111868</a:t>
            </a:r>
          </a:p>
        </p:txBody>
      </p:sp>
      <p:sp>
        <p:nvSpPr>
          <p:cNvPr id="1465180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GELVER ISAI CHACACH TUYUC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80718" name="Picture">
    </p:cNvPr>
          <p:cNvPicPr>
            <a:picLocks noChangeAspect="1"/>
          </p:cNvPicPr>
          <p:nvPr/>
        </p:nvPicPr>
        <p:blipFill>
          <a:blip r:embed="img_0_3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588458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G0111869</a:t>
            </a:r>
          </a:p>
        </p:txBody>
      </p:sp>
      <p:sp>
        <p:nvSpPr>
          <p:cNvPr id="1308753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EDUARDO CATU LOPEZ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0653" name="Picture">
    </p:cNvPr>
          <p:cNvPicPr>
            <a:picLocks noChangeAspect="1"/>
          </p:cNvPicPr>
          <p:nvPr/>
        </p:nvPicPr>
        <p:blipFill>
          <a:blip r:embed="img_0_33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35748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G011210</a:t>
            </a:r>
          </a:p>
        </p:txBody>
      </p:sp>
      <p:sp>
        <p:nvSpPr>
          <p:cNvPr id="1675796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CLAUDIA MARISOL SCHAAD GOMEZ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8874" name="Picture">
    </p:cNvPr>
          <p:cNvPicPr>
            <a:picLocks noChangeAspect="1"/>
          </p:cNvPicPr>
          <p:nvPr/>
        </p:nvPicPr>
        <p:blipFill>
          <a:blip r:embed="img_0_3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17447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G0112131</a:t>
            </a:r>
          </a:p>
        </p:txBody>
      </p:sp>
      <p:sp>
        <p:nvSpPr>
          <p:cNvPr id="1574627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ENOE ISAAC CALDERON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89353" name="Picture">
    </p:cNvPr>
          <p:cNvPicPr>
            <a:picLocks noChangeAspect="1"/>
          </p:cNvPicPr>
          <p:nvPr/>
        </p:nvPicPr>
        <p:blipFill>
          <a:blip r:embed="img_0_35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354280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G011214</a:t>
            </a:r>
          </a:p>
        </p:txBody>
      </p:sp>
      <p:sp>
        <p:nvSpPr>
          <p:cNvPr id="599091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PEDRO VALEY PEREZ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9327" name="Picture">
    </p:cNvPr>
          <p:cNvPicPr>
            <a:picLocks noChangeAspect="1"/>
          </p:cNvPicPr>
          <p:nvPr/>
        </p:nvPicPr>
        <p:blipFill>
          <a:blip r:embed="img_0_3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58938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G0112225</a:t>
            </a:r>
          </a:p>
        </p:txBody>
      </p:sp>
      <p:sp>
        <p:nvSpPr>
          <p:cNvPr id="2942269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NEPTALI DE JESUS MONROY ZU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62496" name="Picture">
    </p:cNvPr>
          <p:cNvPicPr>
            <a:picLocks noChangeAspect="1"/>
          </p:cNvPicPr>
          <p:nvPr/>
        </p:nvPicPr>
        <p:blipFill>
          <a:blip r:embed="img_0_3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94129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G0112226</a:t>
            </a:r>
          </a:p>
        </p:txBody>
      </p:sp>
      <p:sp>
        <p:nvSpPr>
          <p:cNvPr id="2253623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RICARDO SOTO LEMUS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4252" name="Picture">
    </p:cNvPr>
          <p:cNvPicPr>
            <a:picLocks noChangeAspect="1"/>
          </p:cNvPicPr>
          <p:nvPr/>
        </p:nvPicPr>
        <p:blipFill>
          <a:blip r:embed="img_0_3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05314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G0112252</a:t>
            </a:r>
          </a:p>
        </p:txBody>
      </p:sp>
      <p:sp>
        <p:nvSpPr>
          <p:cNvPr id="1243066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ALVARO ESTUARDO HEGEL GIRON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5933" name="Picture">
    </p:cNvPr>
          <p:cNvPicPr>
            <a:picLocks noChangeAspect="1"/>
          </p:cNvPicPr>
          <p:nvPr/>
        </p:nvPicPr>
        <p:blipFill>
          <a:blip r:embed="img_0_3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41575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G0112282</a:t>
            </a:r>
          </a:p>
        </p:txBody>
      </p:sp>
      <p:sp>
        <p:nvSpPr>
          <p:cNvPr id="2982798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ROBERTO LOPEZ ROSALES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807" name="Picture">
    </p:cNvPr>
          <p:cNvPicPr>
            <a:picLocks noChangeAspect="1"/>
          </p:cNvPicPr>
          <p:nvPr/>
        </p:nvPicPr>
        <p:blipFill>
          <a:blip r:embed="img_0_4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0258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G0112454</a:t>
            </a:r>
          </a:p>
        </p:txBody>
      </p:sp>
      <p:sp>
        <p:nvSpPr>
          <p:cNvPr id="2014795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ANTONIO DANIEL VALLADARES EVANS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7562" name="Picture">
    </p:cNvPr>
          <p:cNvPicPr>
            <a:picLocks noChangeAspect="1"/>
          </p:cNvPicPr>
          <p:nvPr/>
        </p:nvPicPr>
        <p:blipFill>
          <a:blip r:embed="img_0_4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3138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G0112455</a:t>
            </a:r>
          </a:p>
        </p:txBody>
      </p:sp>
      <p:sp>
        <p:nvSpPr>
          <p:cNvPr id="22652032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CLAUDIA MARIA RENEE RODRIGUEZ CASTA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319" name="Picture">
    </p:cNvPr>
          <p:cNvPicPr>
            <a:picLocks noChangeAspect="1"/>
          </p:cNvPicPr>
          <p:nvPr/>
        </p:nvPicPr>
        <p:blipFill>
          <a:blip r:embed="img_0_42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93703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G011246</a:t>
            </a:r>
          </a:p>
        </p:txBody>
      </p:sp>
      <p:sp>
        <p:nvSpPr>
          <p:cNvPr id="687519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EDGAR GEOVANY AGUILAR CUA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6544" name="Picture">
    </p:cNvPr>
          <p:cNvPicPr>
            <a:picLocks noChangeAspect="1"/>
          </p:cNvPicPr>
          <p:nvPr/>
        </p:nvPicPr>
        <p:blipFill>
          <a:blip r:embed="img_0_43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45922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G011248</a:t>
            </a:r>
          </a:p>
        </p:txBody>
      </p:sp>
      <p:sp>
        <p:nvSpPr>
          <p:cNvPr id="2216696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LUCAS SACALXOT XEC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71424" name="Picture">
    </p:cNvPr>
          <p:cNvPicPr>
            <a:picLocks noChangeAspect="1"/>
          </p:cNvPicPr>
          <p:nvPr/>
        </p:nvPicPr>
        <p:blipFill>
          <a:blip r:embed="img_0_44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303777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G011253</a:t>
            </a:r>
          </a:p>
        </p:txBody>
      </p:sp>
      <p:sp>
        <p:nvSpPr>
          <p:cNvPr id="717651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ESTUARDO ARTURO JUAREZ DONIS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62491" name="Picture">
    </p:cNvPr>
          <p:cNvPicPr>
            <a:picLocks noChangeAspect="1"/>
          </p:cNvPicPr>
          <p:nvPr/>
        </p:nvPicPr>
        <p:blipFill>
          <a:blip r:embed="img_0_45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80789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G011254</a:t>
            </a:r>
          </a:p>
        </p:txBody>
      </p:sp>
      <p:sp>
        <p:nvSpPr>
          <p:cNvPr id="1848199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GIOVANNI LOPEZ TZOC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98676" name="Picture">
    </p:cNvPr>
          <p:cNvPicPr>
            <a:picLocks noChangeAspect="1"/>
          </p:cNvPicPr>
          <p:nvPr/>
        </p:nvPicPr>
        <p:blipFill>
          <a:blip r:embed="img_0_46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827425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G011255</a:t>
            </a:r>
          </a:p>
        </p:txBody>
      </p:sp>
      <p:sp>
        <p:nvSpPr>
          <p:cNvPr id="1175847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ALVARO MATIAS NORIEGA VELASQUEZ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30710" name="Picture">
    </p:cNvPr>
          <p:cNvPicPr>
            <a:picLocks noChangeAspect="1"/>
          </p:cNvPicPr>
          <p:nvPr/>
        </p:nvPicPr>
        <p:blipFill>
          <a:blip r:embed="img_0_47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92762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G011256</a:t>
            </a:r>
          </a:p>
        </p:txBody>
      </p:sp>
      <p:sp>
        <p:nvSpPr>
          <p:cNvPr id="28513890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BELARMINO SAMAYOA MENDEZ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25157" name="Picture">
    </p:cNvPr>
          <p:cNvPicPr>
            <a:picLocks noChangeAspect="1"/>
          </p:cNvPicPr>
          <p:nvPr/>
        </p:nvPicPr>
        <p:blipFill>
          <a:blip r:embed="img_0_4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651272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G0112641</a:t>
            </a:r>
          </a:p>
        </p:txBody>
      </p:sp>
      <p:sp>
        <p:nvSpPr>
          <p:cNvPr id="485212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ARMANDO MURCIA FUENTES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0799" name="Picture">
    </p:cNvPr>
          <p:cNvPicPr>
            <a:picLocks noChangeAspect="1"/>
          </p:cNvPicPr>
          <p:nvPr/>
        </p:nvPicPr>
        <p:blipFill>
          <a:blip r:embed="img_0_4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19487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G0112650</a:t>
            </a:r>
          </a:p>
        </p:txBody>
      </p:sp>
      <p:sp>
        <p:nvSpPr>
          <p:cNvPr id="3070224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LUIS RAMIREZ GONZALEZ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66601" name="Picture">
    </p:cNvPr>
          <p:cNvPicPr>
            <a:picLocks noChangeAspect="1"/>
          </p:cNvPicPr>
          <p:nvPr/>
        </p:nvPicPr>
        <p:blipFill>
          <a:blip r:embed="img_0_5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07719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G0112778</a:t>
            </a:r>
          </a:p>
        </p:txBody>
      </p:sp>
      <p:sp>
        <p:nvSpPr>
          <p:cNvPr id="252763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HILDER NERY MOLINA MATUL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79" name="Picture">
    </p:cNvPr>
          <p:cNvPicPr>
            <a:picLocks noChangeAspect="1"/>
          </p:cNvPicPr>
          <p:nvPr/>
        </p:nvPicPr>
        <p:blipFill>
          <a:blip r:embed="img_0_5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68834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G0113063</a:t>
            </a:r>
          </a:p>
        </p:txBody>
      </p:sp>
      <p:sp>
        <p:nvSpPr>
          <p:cNvPr id="1000982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JOCELYN AMARILIS MEJIA SALAZAR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38015" name="Picture">
    </p:cNvPr>
          <p:cNvPicPr>
            <a:picLocks noChangeAspect="1"/>
          </p:cNvPicPr>
          <p:nvPr/>
        </p:nvPicPr>
        <p:blipFill>
          <a:blip r:embed="img_0_5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36863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G0113086</a:t>
            </a:r>
          </a:p>
        </p:txBody>
      </p:sp>
      <p:sp>
        <p:nvSpPr>
          <p:cNvPr id="1746109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REYES ALBERTO GARCIA GARCIA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1784" name="Picture">
    </p:cNvPr>
          <p:cNvPicPr>
            <a:picLocks noChangeAspect="1"/>
          </p:cNvPicPr>
          <p:nvPr/>
        </p:nvPicPr>
        <p:blipFill>
          <a:blip r:embed="img_0_5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83863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G0113091</a:t>
            </a:r>
          </a:p>
        </p:txBody>
      </p:sp>
      <p:sp>
        <p:nvSpPr>
          <p:cNvPr id="2776294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MANUEL GODOY ROHRMANN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0152" name="Picture">
    </p:cNvPr>
          <p:cNvPicPr>
            <a:picLocks noChangeAspect="1"/>
          </p:cNvPicPr>
          <p:nvPr/>
        </p:nvPicPr>
        <p:blipFill>
          <a:blip r:embed="img_0_5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63804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G0113177</a:t>
            </a:r>
          </a:p>
        </p:txBody>
      </p:sp>
      <p:sp>
        <p:nvSpPr>
          <p:cNvPr id="774204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CESAR BENJAMIN COY CHACON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44329" name="Picture">
    </p:cNvPr>
          <p:cNvPicPr>
            <a:picLocks noChangeAspect="1"/>
          </p:cNvPicPr>
          <p:nvPr/>
        </p:nvPicPr>
        <p:blipFill>
          <a:blip r:embed="img_0_5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50823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G0113209</a:t>
            </a:r>
          </a:p>
        </p:txBody>
      </p:sp>
      <p:sp>
        <p:nvSpPr>
          <p:cNvPr id="326863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ABRAHAM SOSA GARCIA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610" name="Picture">
    </p:cNvPr>
          <p:cNvPicPr>
            <a:picLocks noChangeAspect="1"/>
          </p:cNvPicPr>
          <p:nvPr/>
        </p:nvPicPr>
        <p:blipFill>
          <a:blip r:embed="img_0_5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01202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G0113242</a:t>
            </a:r>
          </a:p>
        </p:txBody>
      </p:sp>
      <p:sp>
        <p:nvSpPr>
          <p:cNvPr id="797397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OSCAR YOVANI SOLARES CORADO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15096" name="Picture">
    </p:cNvPr>
          <p:cNvPicPr>
            <a:picLocks noChangeAspect="1"/>
          </p:cNvPicPr>
          <p:nvPr/>
        </p:nvPicPr>
        <p:blipFill>
          <a:blip r:embed="img_0_5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17725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G0113279</a:t>
            </a:r>
          </a:p>
        </p:txBody>
      </p:sp>
      <p:sp>
        <p:nvSpPr>
          <p:cNvPr id="2968247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BENEDICTO ISRAEL VALENZUELA DIAZ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8374" name="Picture">
    </p:cNvPr>
          <p:cNvPicPr>
            <a:picLocks noChangeAspect="1"/>
          </p:cNvPicPr>
          <p:nvPr/>
        </p:nvPicPr>
        <p:blipFill>
          <a:blip r:embed="img_0_5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56573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G0113280</a:t>
            </a:r>
          </a:p>
        </p:txBody>
      </p:sp>
      <p:sp>
        <p:nvSpPr>
          <p:cNvPr id="2265447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CESAR AUGUSTO GUZMAN CRUZ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72410" name="Picture">
    </p:cNvPr>
          <p:cNvPicPr>
            <a:picLocks noChangeAspect="1"/>
          </p:cNvPicPr>
          <p:nvPr/>
        </p:nvPicPr>
        <p:blipFill>
          <a:blip r:embed="img_0_5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42675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G0113302</a:t>
            </a:r>
          </a:p>
        </p:txBody>
      </p:sp>
      <p:sp>
        <p:nvSpPr>
          <p:cNvPr id="17015414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JESUS ALBERTO MAZARIEGOS ROBLEDO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73881" name="Picture">
    </p:cNvPr>
          <p:cNvPicPr>
            <a:picLocks noChangeAspect="1"/>
          </p:cNvPicPr>
          <p:nvPr/>
        </p:nvPicPr>
        <p:blipFill>
          <a:blip r:embed="img_0_6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17595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G0113457</a:t>
            </a:r>
          </a:p>
        </p:txBody>
      </p:sp>
      <p:sp>
        <p:nvSpPr>
          <p:cNvPr id="30046600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LOURDES DEL CARMEN CASTILLO VILLAGRAN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1224" name="Picture">
    </p:cNvPr>
          <p:cNvPicPr>
            <a:picLocks noChangeAspect="1"/>
          </p:cNvPicPr>
          <p:nvPr/>
        </p:nvPicPr>
        <p:blipFill>
          <a:blip r:embed="img_0_6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2955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G0113499</a:t>
            </a:r>
          </a:p>
        </p:txBody>
      </p:sp>
      <p:sp>
        <p:nvSpPr>
          <p:cNvPr id="968631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GERARDO NAVARRO ESTRADA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7466" name="Picture">
    </p:cNvPr>
          <p:cNvPicPr>
            <a:picLocks noChangeAspect="1"/>
          </p:cNvPicPr>
          <p:nvPr/>
        </p:nvPicPr>
        <p:blipFill>
          <a:blip r:embed="img_0_6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48444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G0113631</a:t>
            </a:r>
          </a:p>
        </p:txBody>
      </p:sp>
      <p:sp>
        <p:nvSpPr>
          <p:cNvPr id="17682264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SONIA JULISSA ESLOANIA OJER MARROQUIN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92193" name="Picture">
    </p:cNvPr>
          <p:cNvPicPr>
            <a:picLocks noChangeAspect="1"/>
          </p:cNvPicPr>
          <p:nvPr/>
        </p:nvPicPr>
        <p:blipFill>
          <a:blip r:embed="img_0_6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84178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G0113668</a:t>
            </a:r>
          </a:p>
        </p:txBody>
      </p:sp>
      <p:sp>
        <p:nvSpPr>
          <p:cNvPr id="1013970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ALEJANDRA SOFIA DIAZ GARCIA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8953" name="Picture">
    </p:cNvPr>
          <p:cNvPicPr>
            <a:picLocks noChangeAspect="1"/>
          </p:cNvPicPr>
          <p:nvPr/>
        </p:nvPicPr>
        <p:blipFill>
          <a:blip r:embed="img_0_6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59434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G0113701</a:t>
            </a:r>
          </a:p>
        </p:txBody>
      </p:sp>
      <p:sp>
        <p:nvSpPr>
          <p:cNvPr id="2992116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GUILLERMO REVOLORIO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29703" name="Picture">
    </p:cNvPr>
          <p:cNvPicPr>
            <a:picLocks noChangeAspect="1"/>
          </p:cNvPicPr>
          <p:nvPr/>
        </p:nvPicPr>
        <p:blipFill>
          <a:blip r:embed="img_0_6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3309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G0113786</a:t>
            </a:r>
          </a:p>
        </p:txBody>
      </p:sp>
      <p:sp>
        <p:nvSpPr>
          <p:cNvPr id="658993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DANY HEFREN VICENTE MEJIA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69872" name="Picture">
    </p:cNvPr>
          <p:cNvPicPr>
            <a:picLocks noChangeAspect="1"/>
          </p:cNvPicPr>
          <p:nvPr/>
        </p:nvPicPr>
        <p:blipFill>
          <a:blip r:embed="img_0_6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02880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G0113856</a:t>
            </a:r>
          </a:p>
        </p:txBody>
      </p:sp>
      <p:sp>
        <p:nvSpPr>
          <p:cNvPr id="2454563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RAUL CARDONA VASQUEZ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7541" name="Picture">
    </p:cNvPr>
          <p:cNvPicPr>
            <a:picLocks noChangeAspect="1"/>
          </p:cNvPicPr>
          <p:nvPr/>
        </p:nvPicPr>
        <p:blipFill>
          <a:blip r:embed="img_0_6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086088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G0113976</a:t>
            </a:r>
          </a:p>
        </p:txBody>
      </p:sp>
      <p:sp>
        <p:nvSpPr>
          <p:cNvPr id="280747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ALFREDO COJ MARGOS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04340" name="Picture">
    </p:cNvPr>
          <p:cNvPicPr>
            <a:picLocks noChangeAspect="1"/>
          </p:cNvPicPr>
          <p:nvPr/>
        </p:nvPicPr>
        <p:blipFill>
          <a:blip r:embed="img_0_6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932588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G0114007</a:t>
            </a:r>
          </a:p>
        </p:txBody>
      </p:sp>
      <p:sp>
        <p:nvSpPr>
          <p:cNvPr id="3258813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DAVID RUIZ GARCIA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92801" name="Picture">
    </p:cNvPr>
          <p:cNvPicPr>
            <a:picLocks noChangeAspect="1"/>
          </p:cNvPicPr>
          <p:nvPr/>
        </p:nvPicPr>
        <p:blipFill>
          <a:blip r:embed="img_0_6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03089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G0114016</a:t>
            </a:r>
          </a:p>
        </p:txBody>
      </p:sp>
      <p:sp>
        <p:nvSpPr>
          <p:cNvPr id="3901719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CRISTIAN ALEXANDER MONTERROSO MONTERROSO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69737" name="Picture">
    </p:cNvPr>
          <p:cNvPicPr>
            <a:picLocks noChangeAspect="1"/>
          </p:cNvPicPr>
          <p:nvPr/>
        </p:nvPicPr>
        <p:blipFill>
          <a:blip r:embed="img_0_7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929414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G0114018</a:t>
            </a:r>
          </a:p>
        </p:txBody>
      </p:sp>
      <p:sp>
        <p:nvSpPr>
          <p:cNvPr id="249166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RAFAEL ESTUARDO ORDO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244" name="Picture">
    </p:cNvPr>
          <p:cNvPicPr>
            <a:picLocks noChangeAspect="1"/>
          </p:cNvPicPr>
          <p:nvPr/>
        </p:nvPicPr>
        <p:blipFill>
          <a:blip r:embed="img_0_7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45128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G0114023</a:t>
            </a:r>
          </a:p>
        </p:txBody>
      </p:sp>
      <p:sp>
        <p:nvSpPr>
          <p:cNvPr id="2366751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HUGO LEONEL GARCIA AGUILAR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3502" name="Picture">
    </p:cNvPr>
          <p:cNvPicPr>
            <a:picLocks noChangeAspect="1"/>
          </p:cNvPicPr>
          <p:nvPr/>
        </p:nvPicPr>
        <p:blipFill>
          <a:blip r:embed="img_0_7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63329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G0114024</a:t>
            </a:r>
          </a:p>
        </p:txBody>
      </p:sp>
      <p:sp>
        <p:nvSpPr>
          <p:cNvPr id="593352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ANRAN MORALES RAMIREZ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9462" name="Picture">
    </p:cNvPr>
          <p:cNvPicPr>
            <a:picLocks noChangeAspect="1"/>
          </p:cNvPicPr>
          <p:nvPr/>
        </p:nvPicPr>
        <p:blipFill>
          <a:blip r:embed="img_0_7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422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G0114061</a:t>
            </a:r>
          </a:p>
        </p:txBody>
      </p:sp>
      <p:sp>
        <p:nvSpPr>
          <p:cNvPr id="13469671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MILTON ALEXANDER SUCHITE MARTINEZ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8080" name="Picture">
    </p:cNvPr>
          <p:cNvPicPr>
            <a:picLocks noChangeAspect="1"/>
          </p:cNvPicPr>
          <p:nvPr/>
        </p:nvPicPr>
        <p:blipFill>
          <a:blip r:embed="img_0_7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676905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G0114189</a:t>
            </a:r>
          </a:p>
        </p:txBody>
      </p:sp>
      <p:sp>
        <p:nvSpPr>
          <p:cNvPr id="1793306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SURY ANAITE RUIZ DE LEON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86350" name="Picture">
    </p:cNvPr>
          <p:cNvPicPr>
            <a:picLocks noChangeAspect="1"/>
          </p:cNvPicPr>
          <p:nvPr/>
        </p:nvPicPr>
        <p:blipFill>
          <a:blip r:embed="img_0_7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73226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G0114583</a:t>
            </a:r>
          </a:p>
        </p:txBody>
      </p:sp>
      <p:sp>
        <p:nvSpPr>
          <p:cNvPr id="2139601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ALFONZO DONIS BRAN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0662" name="Picture">
    </p:cNvPr>
          <p:cNvPicPr>
            <a:picLocks noChangeAspect="1"/>
          </p:cNvPicPr>
          <p:nvPr/>
        </p:nvPicPr>
        <p:blipFill>
          <a:blip r:embed="img_0_7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92182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G0114700</a:t>
            </a:r>
          </a:p>
        </p:txBody>
      </p:sp>
      <p:sp>
        <p:nvSpPr>
          <p:cNvPr id="2711014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EDGAR ROBERTO LARA ROMERO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598" name="Picture">
    </p:cNvPr>
          <p:cNvPicPr>
            <a:picLocks noChangeAspect="1"/>
          </p:cNvPicPr>
          <p:nvPr/>
        </p:nvPicPr>
        <p:blipFill>
          <a:blip r:embed="img_0_7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4313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G0114781</a:t>
            </a:r>
          </a:p>
        </p:txBody>
      </p:sp>
      <p:sp>
        <p:nvSpPr>
          <p:cNvPr id="1664357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HECTOR FRANCISCO TUBAC ORDO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81142" name="Picture">
    </p:cNvPr>
          <p:cNvPicPr>
            <a:picLocks noChangeAspect="1"/>
          </p:cNvPicPr>
          <p:nvPr/>
        </p:nvPicPr>
        <p:blipFill>
          <a:blip r:embed="img_0_7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77391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G0114797</a:t>
            </a:r>
          </a:p>
        </p:txBody>
      </p:sp>
      <p:sp>
        <p:nvSpPr>
          <p:cNvPr id="1677236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BYRON NORBERTO MOYA MEJIA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4957" name="Picture">
    </p:cNvPr>
          <p:cNvPicPr>
            <a:picLocks noChangeAspect="1"/>
          </p:cNvPicPr>
          <p:nvPr/>
        </p:nvPicPr>
        <p:blipFill>
          <a:blip r:embed="img_0_7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86122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G0114811</a:t>
            </a:r>
          </a:p>
        </p:txBody>
      </p:sp>
      <p:sp>
        <p:nvSpPr>
          <p:cNvPr id="466434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DARIUS STIVEN GALVEZ SARMIENTOS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69722" name="Picture">
    </p:cNvPr>
          <p:cNvPicPr>
            <a:picLocks noChangeAspect="1"/>
          </p:cNvPicPr>
          <p:nvPr/>
        </p:nvPicPr>
        <p:blipFill>
          <a:blip r:embed="img_0_8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63990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G0114833</a:t>
            </a:r>
          </a:p>
        </p:txBody>
      </p:sp>
      <p:sp>
        <p:nvSpPr>
          <p:cNvPr id="1255967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RICARDO CRUZ TENAS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96146" name="Picture">
    </p:cNvPr>
          <p:cNvPicPr>
            <a:picLocks noChangeAspect="1"/>
          </p:cNvPicPr>
          <p:nvPr/>
        </p:nvPicPr>
        <p:blipFill>
          <a:blip r:embed="img_0_8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20633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G0114834</a:t>
            </a:r>
          </a:p>
        </p:txBody>
      </p:sp>
      <p:sp>
        <p:nvSpPr>
          <p:cNvPr id="2199201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FRANCISCO CRUZ VILLATORO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2089" name="Picture">
    </p:cNvPr>
          <p:cNvPicPr>
            <a:picLocks noChangeAspect="1"/>
          </p:cNvPicPr>
          <p:nvPr/>
        </p:nvPicPr>
        <p:blipFill>
          <a:blip r:embed="img_0_8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7938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G0115042</a:t>
            </a:r>
          </a:p>
        </p:txBody>
      </p:sp>
      <p:sp>
        <p:nvSpPr>
          <p:cNvPr id="240538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MELVIN ANIBAL OVANDO MONTECINOS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31515" name="Picture">
    </p:cNvPr>
          <p:cNvPicPr>
            <a:picLocks noChangeAspect="1"/>
          </p:cNvPicPr>
          <p:nvPr/>
        </p:nvPicPr>
        <p:blipFill>
          <a:blip r:embed="img_0_8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68762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G0115170</a:t>
            </a:r>
          </a:p>
        </p:txBody>
      </p:sp>
      <p:sp>
        <p:nvSpPr>
          <p:cNvPr id="1719333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CARMEN CECILIA PAREDES GIL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0420" name="Picture">
    </p:cNvPr>
          <p:cNvPicPr>
            <a:picLocks noChangeAspect="1"/>
          </p:cNvPicPr>
          <p:nvPr/>
        </p:nvPicPr>
        <p:blipFill>
          <a:blip r:embed="img_0_8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19578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G0115246</a:t>
            </a:r>
          </a:p>
        </p:txBody>
      </p:sp>
      <p:sp>
        <p:nvSpPr>
          <p:cNvPr id="1690336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FRANCISCO RAMIREZ DEL CID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5952" name="Picture">
    </p:cNvPr>
          <p:cNvPicPr>
            <a:picLocks noChangeAspect="1"/>
          </p:cNvPicPr>
          <p:nvPr/>
        </p:nvPicPr>
        <p:blipFill>
          <a:blip r:embed="img_0_8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9591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G0115303</a:t>
            </a:r>
          </a:p>
        </p:txBody>
      </p:sp>
      <p:sp>
        <p:nvSpPr>
          <p:cNvPr id="1467297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ANTONIO GUZMAN CHIN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0304" name="Picture">
    </p:cNvPr>
          <p:cNvPicPr>
            <a:picLocks noChangeAspect="1"/>
          </p:cNvPicPr>
          <p:nvPr/>
        </p:nvPicPr>
        <p:blipFill>
          <a:blip r:embed="img_0_8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36312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G0115326</a:t>
            </a:r>
          </a:p>
        </p:txBody>
      </p:sp>
      <p:sp>
        <p:nvSpPr>
          <p:cNvPr id="288240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ALBERTO REYES CARDENAS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7160" name="Picture">
    </p:cNvPr>
          <p:cNvPicPr>
            <a:picLocks noChangeAspect="1"/>
          </p:cNvPicPr>
          <p:nvPr/>
        </p:nvPicPr>
        <p:blipFill>
          <a:blip r:embed="img_0_8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20246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G0115390</a:t>
            </a:r>
          </a:p>
        </p:txBody>
      </p:sp>
      <p:sp>
        <p:nvSpPr>
          <p:cNvPr id="2850373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CARLOS LEMUS ORTEGA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56227" name="Picture">
    </p:cNvPr>
          <p:cNvPicPr>
            <a:picLocks noChangeAspect="1"/>
          </p:cNvPicPr>
          <p:nvPr/>
        </p:nvPicPr>
        <p:blipFill>
          <a:blip r:embed="img_0_8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98350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G0115408</a:t>
            </a:r>
          </a:p>
        </p:txBody>
      </p:sp>
      <p:sp>
        <p:nvSpPr>
          <p:cNvPr id="2355225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RAFAEL ANDRES MONROY MORALES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1591" name="Picture">
    </p:cNvPr>
          <p:cNvPicPr>
            <a:picLocks noChangeAspect="1"/>
          </p:cNvPicPr>
          <p:nvPr/>
        </p:nvPicPr>
        <p:blipFill>
          <a:blip r:embed="img_0_8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49113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G0115409</a:t>
            </a:r>
          </a:p>
        </p:txBody>
      </p:sp>
      <p:sp>
        <p:nvSpPr>
          <p:cNvPr id="1826443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IRVING GIOVANNI TEJADA MENDEZ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7866" name="Picture">
    </p:cNvPr>
          <p:cNvPicPr>
            <a:picLocks noChangeAspect="1"/>
          </p:cNvPicPr>
          <p:nvPr/>
        </p:nvPicPr>
        <p:blipFill>
          <a:blip r:embed="img_0_9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61035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G0115418</a:t>
            </a:r>
          </a:p>
        </p:txBody>
      </p:sp>
      <p:sp>
        <p:nvSpPr>
          <p:cNvPr id="240982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RONALDO GARCIA DONIS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1765" name="Picture">
    </p:cNvPr>
          <p:cNvPicPr>
            <a:picLocks noChangeAspect="1"/>
          </p:cNvPicPr>
          <p:nvPr/>
        </p:nvPicPr>
        <p:blipFill>
          <a:blip r:embed="img_0_9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16939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G0115457</a:t>
            </a:r>
          </a:p>
        </p:txBody>
      </p:sp>
      <p:sp>
        <p:nvSpPr>
          <p:cNvPr id="122661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AXEL FRANCISCO HIDALGO RAYO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2148" name="Picture">
    </p:cNvPr>
          <p:cNvPicPr>
            <a:picLocks noChangeAspect="1"/>
          </p:cNvPicPr>
          <p:nvPr/>
        </p:nvPicPr>
        <p:blipFill>
          <a:blip r:embed="img_0_9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324273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G0115463</a:t>
            </a:r>
          </a:p>
        </p:txBody>
      </p:sp>
      <p:sp>
        <p:nvSpPr>
          <p:cNvPr id="2939373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EDIN GUDIEL VASQUEZ MOLINA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00693" name="Picture">
    </p:cNvPr>
          <p:cNvPicPr>
            <a:picLocks noChangeAspect="1"/>
          </p:cNvPicPr>
          <p:nvPr/>
        </p:nvPicPr>
        <p:blipFill>
          <a:blip r:embed="img_0_9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57792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G0115473</a:t>
            </a:r>
          </a:p>
        </p:txBody>
      </p:sp>
      <p:sp>
        <p:nvSpPr>
          <p:cNvPr id="472135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OSCAR ESAU SANTOS DEL CID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6650" name="Picture">
    </p:cNvPr>
          <p:cNvPicPr>
            <a:picLocks noChangeAspect="1"/>
          </p:cNvPicPr>
          <p:nvPr/>
        </p:nvPicPr>
        <p:blipFill>
          <a:blip r:embed="img_0_9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75219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G0115474</a:t>
            </a:r>
          </a:p>
        </p:txBody>
      </p:sp>
      <p:sp>
        <p:nvSpPr>
          <p:cNvPr id="599340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MARVIN ABEL CAAL SUC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78172" name="Picture">
    </p:cNvPr>
          <p:cNvPicPr>
            <a:picLocks noChangeAspect="1"/>
          </p:cNvPicPr>
          <p:nvPr/>
        </p:nvPicPr>
        <p:blipFill>
          <a:blip r:embed="img_0_9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64648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G0115475</a:t>
            </a:r>
          </a:p>
        </p:txBody>
      </p:sp>
      <p:sp>
        <p:nvSpPr>
          <p:cNvPr id="2327409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FRANCISCO REYNA DE LEON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71112" name="Picture">
    </p:cNvPr>
          <p:cNvPicPr>
            <a:picLocks noChangeAspect="1"/>
          </p:cNvPicPr>
          <p:nvPr/>
        </p:nvPicPr>
        <p:blipFill>
          <a:blip r:embed="img_0_9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56336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G0115527</a:t>
            </a:r>
          </a:p>
        </p:txBody>
      </p:sp>
      <p:sp>
        <p:nvSpPr>
          <p:cNvPr id="23488413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IRVING RODERICO CHAVARRIA GONZALEZ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65631" name="Picture">
    </p:cNvPr>
          <p:cNvPicPr>
            <a:picLocks noChangeAspect="1"/>
          </p:cNvPicPr>
          <p:nvPr/>
        </p:nvPicPr>
        <p:blipFill>
          <a:blip r:embed="img_0_9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50339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G0115703</a:t>
            </a:r>
          </a:p>
        </p:txBody>
      </p:sp>
      <p:sp>
        <p:nvSpPr>
          <p:cNvPr id="19224655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DOMENICO ANDRES VENEGAS CIFUENTES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8783" name="Picture">
    </p:cNvPr>
          <p:cNvPicPr>
            <a:picLocks noChangeAspect="1"/>
          </p:cNvPicPr>
          <p:nvPr/>
        </p:nvPicPr>
        <p:blipFill>
          <a:blip r:embed="img_0_9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25513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G0115731</a:t>
            </a:r>
          </a:p>
        </p:txBody>
      </p:sp>
      <p:sp>
        <p:nvSpPr>
          <p:cNvPr id="1086154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OSMAN JOSUE CARRANZA MENDEZ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7838" name="Picture">
    </p:cNvPr>
          <p:cNvPicPr>
            <a:picLocks noChangeAspect="1"/>
          </p:cNvPicPr>
          <p:nvPr/>
        </p:nvPicPr>
        <p:blipFill>
          <a:blip r:embed="img_0_9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51591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G0115741</a:t>
            </a:r>
          </a:p>
        </p:txBody>
      </p:sp>
      <p:sp>
        <p:nvSpPr>
          <p:cNvPr id="1012777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ERVIN FILIBERTO DOMINGO GOMEZ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4111" name="Picture">
    </p:cNvPr>
          <p:cNvPicPr>
            <a:picLocks noChangeAspect="1"/>
          </p:cNvPicPr>
          <p:nvPr/>
        </p:nvPicPr>
        <p:blipFill>
          <a:blip r:embed="img_0_10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01407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G0115743</a:t>
            </a:r>
          </a:p>
        </p:txBody>
      </p:sp>
      <p:sp>
        <p:nvSpPr>
          <p:cNvPr id="160697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VICTOR MANUEL MEDINA CASTA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0394" name="Picture">
    </p:cNvPr>
          <p:cNvPicPr>
            <a:picLocks noChangeAspect="1"/>
          </p:cNvPicPr>
          <p:nvPr/>
        </p:nvPicPr>
        <p:blipFill>
          <a:blip r:embed="img_0_10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93478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G0115745</a:t>
            </a:r>
          </a:p>
        </p:txBody>
      </p:sp>
      <p:sp>
        <p:nvSpPr>
          <p:cNvPr id="33324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FERNANDO ROCA URETA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9593" name="Picture">
    </p:cNvPr>
          <p:cNvPicPr>
            <a:picLocks noChangeAspect="1"/>
          </p:cNvPicPr>
          <p:nvPr/>
        </p:nvPicPr>
        <p:blipFill>
          <a:blip r:embed="img_0_10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923443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G0115746</a:t>
            </a:r>
          </a:p>
        </p:txBody>
      </p:sp>
      <p:sp>
        <p:nvSpPr>
          <p:cNvPr id="5577862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FRANCISCO JOSE CASTELLANOS BARRERA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38871" name="Picture">
    </p:cNvPr>
          <p:cNvPicPr>
            <a:picLocks noChangeAspect="1"/>
          </p:cNvPicPr>
          <p:nvPr/>
        </p:nvPicPr>
        <p:blipFill>
          <a:blip r:embed="img_0_10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72847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G0115760</a:t>
            </a:r>
          </a:p>
        </p:txBody>
      </p:sp>
      <p:sp>
        <p:nvSpPr>
          <p:cNvPr id="252694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EDWIN RONALDO LOBO CONCOGUA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98882" name="Picture">
    </p:cNvPr>
          <p:cNvPicPr>
            <a:picLocks noChangeAspect="1"/>
          </p:cNvPicPr>
          <p:nvPr/>
        </p:nvPicPr>
        <p:blipFill>
          <a:blip r:embed="img_0_10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116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G0115771</a:t>
            </a:r>
          </a:p>
        </p:txBody>
      </p:sp>
      <p:sp>
        <p:nvSpPr>
          <p:cNvPr id="22878192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RONALD BOANERGES MERIDA CASTILLO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2972" name="Picture">
    </p:cNvPr>
          <p:cNvPicPr>
            <a:picLocks noChangeAspect="1"/>
          </p:cNvPicPr>
          <p:nvPr/>
        </p:nvPicPr>
        <p:blipFill>
          <a:blip r:embed="img_0_10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89477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G0115772</a:t>
            </a:r>
          </a:p>
        </p:txBody>
      </p:sp>
      <p:sp>
        <p:nvSpPr>
          <p:cNvPr id="23363408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RONALD FERNANDO LEMUS MALDONADO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91525" name="Picture">
    </p:cNvPr>
          <p:cNvPicPr>
            <a:picLocks noChangeAspect="1"/>
          </p:cNvPicPr>
          <p:nvPr/>
        </p:nvPicPr>
        <p:blipFill>
          <a:blip r:embed="img_0_10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55053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G0115774</a:t>
            </a:r>
          </a:p>
        </p:txBody>
      </p:sp>
      <p:sp>
        <p:nvSpPr>
          <p:cNvPr id="1404959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CRISTIAN DAVID PIVARAL GUTIERREZ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2005" name="Picture">
    </p:cNvPr>
          <p:cNvPicPr>
            <a:picLocks noChangeAspect="1"/>
          </p:cNvPicPr>
          <p:nvPr/>
        </p:nvPicPr>
        <p:blipFill>
          <a:blip r:embed="img_0_10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86625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G0115797</a:t>
            </a:r>
          </a:p>
        </p:txBody>
      </p:sp>
      <p:sp>
        <p:nvSpPr>
          <p:cNvPr id="2627180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INGRID SALOME BORRAYO ROLDAN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6886" name="Picture">
    </p:cNvPr>
          <p:cNvPicPr>
            <a:picLocks noChangeAspect="1"/>
          </p:cNvPicPr>
          <p:nvPr/>
        </p:nvPicPr>
        <p:blipFill>
          <a:blip r:embed="img_0_10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92451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G0115811</a:t>
            </a:r>
          </a:p>
        </p:txBody>
      </p:sp>
      <p:sp>
        <p:nvSpPr>
          <p:cNvPr id="897176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BRAYAN JOSUE LUNA ZU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2976" name="Picture">
    </p:cNvPr>
          <p:cNvPicPr>
            <a:picLocks noChangeAspect="1"/>
          </p:cNvPicPr>
          <p:nvPr/>
        </p:nvPicPr>
        <p:blipFill>
          <a:blip r:embed="img_0_10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05417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G0115819</a:t>
            </a:r>
          </a:p>
        </p:txBody>
      </p:sp>
      <p:sp>
        <p:nvSpPr>
          <p:cNvPr id="2233968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BARDY JONELLE ALLEN DONDIEGO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0269" name="Picture">
    </p:cNvPr>
          <p:cNvPicPr>
            <a:picLocks noChangeAspect="1"/>
          </p:cNvPicPr>
          <p:nvPr/>
        </p:nvPicPr>
        <p:blipFill>
          <a:blip r:embed="img_0_11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58125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G0115847</a:t>
            </a:r>
          </a:p>
        </p:txBody>
      </p:sp>
      <p:sp>
        <p:nvSpPr>
          <p:cNvPr id="1155576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CESAR ALBERTO PAZ GONZALEZ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117" name="Picture">
    </p:cNvPr>
          <p:cNvPicPr>
            <a:picLocks noChangeAspect="1"/>
          </p:cNvPicPr>
          <p:nvPr/>
        </p:nvPicPr>
        <p:blipFill>
          <a:blip r:embed="img_0_11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47018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G0115862</a:t>
            </a:r>
          </a:p>
        </p:txBody>
      </p:sp>
      <p:sp>
        <p:nvSpPr>
          <p:cNvPr id="3060916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MIKE STEVEN GUZMAN CANO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06744" name="Picture">
    </p:cNvPr>
          <p:cNvPicPr>
            <a:picLocks noChangeAspect="1"/>
          </p:cNvPicPr>
          <p:nvPr/>
        </p:nvPicPr>
        <p:blipFill>
          <a:blip r:embed="img_0_11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79825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G0115969</a:t>
            </a:r>
          </a:p>
        </p:txBody>
      </p:sp>
      <p:sp>
        <p:nvSpPr>
          <p:cNvPr id="1188504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SAUL ORMANDY NAJERA PINEDA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69380" name="Picture">
    </p:cNvPr>
          <p:cNvPicPr>
            <a:picLocks noChangeAspect="1"/>
          </p:cNvPicPr>
          <p:nvPr/>
        </p:nvPicPr>
        <p:blipFill>
          <a:blip r:embed="img_0_11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38490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G0115983</a:t>
            </a:r>
          </a:p>
        </p:txBody>
      </p:sp>
      <p:sp>
        <p:nvSpPr>
          <p:cNvPr id="1874186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ERICK ALEXANDER PEREIRA GARCIA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4654" name="Picture">
    </p:cNvPr>
          <p:cNvPicPr>
            <a:picLocks noChangeAspect="1"/>
          </p:cNvPicPr>
          <p:nvPr/>
        </p:nvPicPr>
        <p:blipFill>
          <a:blip r:embed="img_0_11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25807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G0115984</a:t>
            </a:r>
          </a:p>
        </p:txBody>
      </p:sp>
      <p:sp>
        <p:nvSpPr>
          <p:cNvPr id="1604454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MAYRA DE JESUS SALCEDO ZEA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60259" name="Picture">
    </p:cNvPr>
          <p:cNvPicPr>
            <a:picLocks noChangeAspect="1"/>
          </p:cNvPicPr>
          <p:nvPr/>
        </p:nvPicPr>
        <p:blipFill>
          <a:blip r:embed="img_0_11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44341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G0116000</a:t>
            </a:r>
          </a:p>
        </p:txBody>
      </p:sp>
      <p:sp>
        <p:nvSpPr>
          <p:cNvPr id="2256211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CESIA MARTHA MARIA DE LEON ARREDONDO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39444" name="Picture">
    </p:cNvPr>
          <p:cNvPicPr>
            <a:picLocks noChangeAspect="1"/>
          </p:cNvPicPr>
          <p:nvPr/>
        </p:nvPicPr>
        <p:blipFill>
          <a:blip r:embed="img_0_11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272951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G0116038</a:t>
            </a:r>
          </a:p>
        </p:txBody>
      </p:sp>
      <p:sp>
        <p:nvSpPr>
          <p:cNvPr id="18813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MARVIN GEOVANI GUTIERREZ GARCIA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87863" name="Picture">
    </p:cNvPr>
          <p:cNvPicPr>
            <a:picLocks noChangeAspect="1"/>
          </p:cNvPicPr>
          <p:nvPr/>
        </p:nvPicPr>
        <p:blipFill>
          <a:blip r:embed="img_0_11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13736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G0116039</a:t>
            </a:r>
          </a:p>
        </p:txBody>
      </p:sp>
      <p:sp>
        <p:nvSpPr>
          <p:cNvPr id="705153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KARLA LUCRECIA GARCIA MELCHOR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4396" name="Picture">
    </p:cNvPr>
          <p:cNvPicPr>
            <a:picLocks noChangeAspect="1"/>
          </p:cNvPicPr>
          <p:nvPr/>
        </p:nvPicPr>
        <p:blipFill>
          <a:blip r:embed="img_0_11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965983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G0116052</a:t>
            </a:r>
          </a:p>
        </p:txBody>
      </p:sp>
      <p:sp>
        <p:nvSpPr>
          <p:cNvPr id="1655663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JOSE SOTO GONZALEZ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5808" name="Picture">
    </p:cNvPr>
          <p:cNvPicPr>
            <a:picLocks noChangeAspect="1"/>
          </p:cNvPicPr>
          <p:nvPr/>
        </p:nvPicPr>
        <p:blipFill>
          <a:blip r:embed="img_0_11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09368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G0116055</a:t>
            </a:r>
          </a:p>
        </p:txBody>
      </p:sp>
      <p:sp>
        <p:nvSpPr>
          <p:cNvPr id="265354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ATADEO ORDO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60" name="Picture">
    </p:cNvPr>
          <p:cNvPicPr>
            <a:picLocks noChangeAspect="1"/>
          </p:cNvPicPr>
          <p:nvPr/>
        </p:nvPicPr>
        <p:blipFill>
          <a:blip r:embed="img_0_12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16010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G0116087</a:t>
            </a:r>
          </a:p>
        </p:txBody>
      </p:sp>
      <p:sp>
        <p:nvSpPr>
          <p:cNvPr id="1327995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CARLOS DE LA CRUZ PICHILLA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1059" name="Picture">
    </p:cNvPr>
          <p:cNvPicPr>
            <a:picLocks noChangeAspect="1"/>
          </p:cNvPicPr>
          <p:nvPr/>
        </p:nvPicPr>
        <p:blipFill>
          <a:blip r:embed="img_0_12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21531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G0116102</a:t>
            </a:r>
          </a:p>
        </p:txBody>
      </p:sp>
      <p:sp>
        <p:nvSpPr>
          <p:cNvPr id="961760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MAYRA MAGALI TOJ GARCIA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6966" name="Picture">
    </p:cNvPr>
          <p:cNvPicPr>
            <a:picLocks noChangeAspect="1"/>
          </p:cNvPicPr>
          <p:nvPr/>
        </p:nvPicPr>
        <p:blipFill>
          <a:blip r:embed="img_0_12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20162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G0116128</a:t>
            </a:r>
          </a:p>
        </p:txBody>
      </p:sp>
      <p:sp>
        <p:nvSpPr>
          <p:cNvPr id="304832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ANGEL ESTUARDO GONZALEZ LEMUS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73548" name="Picture">
    </p:cNvPr>
          <p:cNvPicPr>
            <a:picLocks noChangeAspect="1"/>
          </p:cNvPicPr>
          <p:nvPr/>
        </p:nvPicPr>
        <p:blipFill>
          <a:blip r:embed="img_0_12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96474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G0116129</a:t>
            </a:r>
          </a:p>
        </p:txBody>
      </p:sp>
      <p:sp>
        <p:nvSpPr>
          <p:cNvPr id="1481902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CESAR AUGUSTO CORDON MATTA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3932" name="Picture">
    </p:cNvPr>
          <p:cNvPicPr>
            <a:picLocks noChangeAspect="1"/>
          </p:cNvPicPr>
          <p:nvPr/>
        </p:nvPicPr>
        <p:blipFill>
          <a:blip r:embed="img_0_12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299006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G0116134</a:t>
            </a:r>
          </a:p>
        </p:txBody>
      </p:sp>
      <p:sp>
        <p:nvSpPr>
          <p:cNvPr id="18808394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EDGAR FERNANDO JUAREZ MAZARIEGOS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604" name="Picture">
    </p:cNvPr>
          <p:cNvPicPr>
            <a:picLocks noChangeAspect="1"/>
          </p:cNvPicPr>
          <p:nvPr/>
        </p:nvPicPr>
        <p:blipFill>
          <a:blip r:embed="img_0_12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13368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G0116161</a:t>
            </a:r>
          </a:p>
        </p:txBody>
      </p:sp>
      <p:sp>
        <p:nvSpPr>
          <p:cNvPr id="1269081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JOSE FUENTES MARTINEZ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01817" name="Picture">
    </p:cNvPr>
          <p:cNvPicPr>
            <a:picLocks noChangeAspect="1"/>
          </p:cNvPicPr>
          <p:nvPr/>
        </p:nvPicPr>
        <p:blipFill>
          <a:blip r:embed="img_0_12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31636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G0116190</a:t>
            </a:r>
          </a:p>
        </p:txBody>
      </p:sp>
      <p:sp>
        <p:nvSpPr>
          <p:cNvPr id="8600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NATALIA DEL CARMEN GUZMAN MURY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4507" name="Picture">
    </p:cNvPr>
          <p:cNvPicPr>
            <a:picLocks noChangeAspect="1"/>
          </p:cNvPicPr>
          <p:nvPr/>
        </p:nvPicPr>
        <p:blipFill>
          <a:blip r:embed="img_0_12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581627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G0116202</a:t>
            </a:r>
          </a:p>
        </p:txBody>
      </p:sp>
      <p:sp>
        <p:nvSpPr>
          <p:cNvPr id="594974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MARLON FERNANDO SAGASTUME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2889" name="Picture">
    </p:cNvPr>
          <p:cNvPicPr>
            <a:picLocks noChangeAspect="1"/>
          </p:cNvPicPr>
          <p:nvPr/>
        </p:nvPicPr>
        <p:blipFill>
          <a:blip r:embed="img_0_12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33239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G0116218</a:t>
            </a:r>
          </a:p>
        </p:txBody>
      </p:sp>
      <p:sp>
        <p:nvSpPr>
          <p:cNvPr id="1911362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ALEJANDRO VIVAR PINTO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6148" name="Picture">
    </p:cNvPr>
          <p:cNvPicPr>
            <a:picLocks noChangeAspect="1"/>
          </p:cNvPicPr>
          <p:nvPr/>
        </p:nvPicPr>
        <p:blipFill>
          <a:blip r:embed="img_0_12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21847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G0116227</a:t>
            </a:r>
          </a:p>
        </p:txBody>
      </p:sp>
      <p:sp>
        <p:nvSpPr>
          <p:cNvPr id="3250236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RENATO RAFAEL ROMERO REVOLORIO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810" name="Picture">
    </p:cNvPr>
          <p:cNvPicPr>
            <a:picLocks noChangeAspect="1"/>
          </p:cNvPicPr>
          <p:nvPr/>
        </p:nvPicPr>
        <p:blipFill>
          <a:blip r:embed="img_0_130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89289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G011658</a:t>
            </a:r>
          </a:p>
        </p:txBody>
      </p:sp>
      <p:sp>
        <p:nvSpPr>
          <p:cNvPr id="2546459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MARVIN ORLANDO BARRIENTOS BOCH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0121" name="Picture">
    </p:cNvPr>
          <p:cNvPicPr>
            <a:picLocks noChangeAspect="1"/>
          </p:cNvPicPr>
          <p:nvPr/>
        </p:nvPicPr>
        <p:blipFill>
          <a:blip r:embed="img_0_131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2201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G011803</a:t>
            </a:r>
          </a:p>
        </p:txBody>
      </p:sp>
      <p:sp>
        <p:nvSpPr>
          <p:cNvPr id="275532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GERARDO RAMIREZ ORELLANA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1863" name="Picture">
    </p:cNvPr>
          <p:cNvPicPr>
            <a:picLocks noChangeAspect="1"/>
          </p:cNvPicPr>
          <p:nvPr/>
        </p:nvPicPr>
        <p:blipFill>
          <a:blip r:embed="img_0_132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7397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G014285</a:t>
            </a:r>
          </a:p>
        </p:txBody>
      </p:sp>
      <p:sp>
        <p:nvSpPr>
          <p:cNvPr id="314878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EDUARDO STRAUBE MENDOZA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4542" name="Picture">
    </p:cNvPr>
          <p:cNvPicPr>
            <a:picLocks noChangeAspect="1"/>
          </p:cNvPicPr>
          <p:nvPr/>
        </p:nvPicPr>
        <p:blipFill>
          <a:blip r:embed="img_0_13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88177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G0145435</a:t>
            </a:r>
          </a:p>
        </p:txBody>
      </p:sp>
      <p:sp>
        <p:nvSpPr>
          <p:cNvPr id="2972737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LILIAN ROXANA CHAVEZ MONTOYA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8800" name="Picture">
    </p:cNvPr>
          <p:cNvPicPr>
            <a:picLocks noChangeAspect="1"/>
          </p:cNvPicPr>
          <p:nvPr/>
        </p:nvPicPr>
        <p:blipFill>
          <a:blip r:embed="img_0_13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61335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G0145895</a:t>
            </a:r>
          </a:p>
        </p:txBody>
      </p:sp>
      <p:sp>
        <p:nvSpPr>
          <p:cNvPr id="2555991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FREDY MANUEL GARCIA HERNANDEZ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7973" name="Picture">
    </p:cNvPr>
          <p:cNvPicPr>
            <a:picLocks noChangeAspect="1"/>
          </p:cNvPicPr>
          <p:nvPr/>
        </p:nvPicPr>
        <p:blipFill>
          <a:blip r:embed="img_0_13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33677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G0145957</a:t>
            </a:r>
          </a:p>
        </p:txBody>
      </p:sp>
      <p:sp>
        <p:nvSpPr>
          <p:cNvPr id="718923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LIDIA HERNANDEZ DE LA CRUZ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94304" name="Picture">
    </p:cNvPr>
          <p:cNvPicPr>
            <a:picLocks noChangeAspect="1"/>
          </p:cNvPicPr>
          <p:nvPr/>
        </p:nvPicPr>
        <p:blipFill>
          <a:blip r:embed="img_0_13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42226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G0146009</a:t>
            </a:r>
          </a:p>
        </p:txBody>
      </p:sp>
      <p:sp>
        <p:nvSpPr>
          <p:cNvPr id="2722654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JOSUE RICARDO JIMENEZ GUILLEN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83592" name="Picture">
    </p:cNvPr>
          <p:cNvPicPr>
            <a:picLocks noChangeAspect="1"/>
          </p:cNvPicPr>
          <p:nvPr/>
        </p:nvPicPr>
        <p:blipFill>
          <a:blip r:embed="img_0_13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69294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G0146034</a:t>
            </a:r>
          </a:p>
        </p:txBody>
      </p:sp>
      <p:sp>
        <p:nvSpPr>
          <p:cNvPr id="936950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FERNANDO ALBERTO MU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64227" name="Picture">
    </p:cNvPr>
          <p:cNvPicPr>
            <a:picLocks noChangeAspect="1"/>
          </p:cNvPicPr>
          <p:nvPr/>
        </p:nvPicPr>
        <p:blipFill>
          <a:blip r:embed="img_0_13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93488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G0202594</a:t>
            </a:r>
          </a:p>
        </p:txBody>
      </p:sp>
      <p:sp>
        <p:nvSpPr>
          <p:cNvPr id="129499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CESAR LEONEL LUNA GARCIA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2083" name="Picture">
    </p:cNvPr>
          <p:cNvPicPr>
            <a:picLocks noChangeAspect="1"/>
          </p:cNvPicPr>
          <p:nvPr/>
        </p:nvPicPr>
        <p:blipFill>
          <a:blip r:embed="img_0_139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76179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G020297</a:t>
            </a:r>
          </a:p>
        </p:txBody>
      </p:sp>
      <p:sp>
        <p:nvSpPr>
          <p:cNvPr id="307398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MICHELE ADELINE MURY AREVALO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5128" name="Picture">
    </p:cNvPr>
          <p:cNvPicPr>
            <a:picLocks noChangeAspect="1"/>
          </p:cNvPicPr>
          <p:nvPr/>
        </p:nvPicPr>
        <p:blipFill>
          <a:blip r:embed="img_0_140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592518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G020300</a:t>
            </a:r>
          </a:p>
        </p:txBody>
      </p:sp>
      <p:sp>
        <p:nvSpPr>
          <p:cNvPr id="2435495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ANAITE CAROLINA HERRERA RAMOS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2257" name="Picture">
    </p:cNvPr>
          <p:cNvPicPr>
            <a:picLocks noChangeAspect="1"/>
          </p:cNvPicPr>
          <p:nvPr/>
        </p:nvPicPr>
        <p:blipFill>
          <a:blip r:embed="img_0_14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90828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G0203654</a:t>
            </a:r>
          </a:p>
        </p:txBody>
      </p:sp>
      <p:sp>
        <p:nvSpPr>
          <p:cNvPr id="12526998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GERARDO RODOLFO ALVARADO CASTELLANOS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8719" name="Picture">
    </p:cNvPr>
          <p:cNvPicPr>
            <a:picLocks noChangeAspect="1"/>
          </p:cNvPicPr>
          <p:nvPr/>
        </p:nvPicPr>
        <p:blipFill>
          <a:blip r:embed="img_0_14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36580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G0205310</a:t>
            </a:r>
          </a:p>
        </p:txBody>
      </p:sp>
      <p:sp>
        <p:nvSpPr>
          <p:cNvPr id="644288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YURI MAGALI TECUN DIAZ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5537" name="Picture">
    </p:cNvPr>
          <p:cNvPicPr>
            <a:picLocks noChangeAspect="1"/>
          </p:cNvPicPr>
          <p:nvPr/>
        </p:nvPicPr>
        <p:blipFill>
          <a:blip r:embed="img_0_14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38578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G0205678</a:t>
            </a:r>
          </a:p>
        </p:txBody>
      </p:sp>
      <p:sp>
        <p:nvSpPr>
          <p:cNvPr id="2596964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MARCIO ALEJANDRO IBARRA MIRANDA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1162" name="Picture">
    </p:cNvPr>
          <p:cNvPicPr>
            <a:picLocks noChangeAspect="1"/>
          </p:cNvPicPr>
          <p:nvPr/>
        </p:nvPicPr>
        <p:blipFill>
          <a:blip r:embed="img_0_14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43543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G0205886</a:t>
            </a:r>
          </a:p>
        </p:txBody>
      </p:sp>
      <p:sp>
        <p:nvSpPr>
          <p:cNvPr id="2116680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BELEN URCUYO GONZALEZ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1345" name="Picture">
    </p:cNvPr>
          <p:cNvPicPr>
            <a:picLocks noChangeAspect="1"/>
          </p:cNvPicPr>
          <p:nvPr/>
        </p:nvPicPr>
        <p:blipFill>
          <a:blip r:embed="img_0_14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15855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G0206036</a:t>
            </a:r>
          </a:p>
        </p:txBody>
      </p:sp>
      <p:sp>
        <p:nvSpPr>
          <p:cNvPr id="958308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KAREN ARACELY GATICA SOLARES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92190" name="Picture">
    </p:cNvPr>
          <p:cNvPicPr>
            <a:picLocks noChangeAspect="1"/>
          </p:cNvPicPr>
          <p:nvPr/>
        </p:nvPicPr>
        <p:blipFill>
          <a:blip r:embed="img_0_14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60826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G0206037</a:t>
            </a:r>
          </a:p>
        </p:txBody>
      </p:sp>
      <p:sp>
        <p:nvSpPr>
          <p:cNvPr id="19028188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IRANIA MARISOL ASENCIO CASTELLANOS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7053" name="Picture">
    </p:cNvPr>
          <p:cNvPicPr>
            <a:picLocks noChangeAspect="1"/>
          </p:cNvPicPr>
          <p:nvPr/>
        </p:nvPicPr>
        <p:blipFill>
          <a:blip r:embed="img_0_14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23244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G0206058</a:t>
            </a:r>
          </a:p>
        </p:txBody>
      </p:sp>
      <p:sp>
        <p:nvSpPr>
          <p:cNvPr id="1709611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GLADYS LUCIA GUERRA LOPEZ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61293" name="Picture">
    </p:cNvPr>
          <p:cNvPicPr>
            <a:picLocks noChangeAspect="1"/>
          </p:cNvPicPr>
          <p:nvPr/>
        </p:nvPicPr>
        <p:blipFill>
          <a:blip r:embed="img_0_14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18138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G0245815</a:t>
            </a:r>
          </a:p>
        </p:txBody>
      </p:sp>
      <p:sp>
        <p:nvSpPr>
          <p:cNvPr id="149416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ALMA MARLENY MELGAR PASCUAL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2641" name="Picture">
    </p:cNvPr>
          <p:cNvPicPr>
            <a:picLocks noChangeAspect="1"/>
          </p:cNvPicPr>
          <p:nvPr/>
        </p:nvPicPr>
        <p:blipFill>
          <a:blip r:embed="img_0_149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44521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G070391</a:t>
            </a:r>
          </a:p>
        </p:txBody>
      </p:sp>
      <p:sp>
        <p:nvSpPr>
          <p:cNvPr id="1030451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LOURDES MARIELA PAIZ GARCIA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5331" name="Picture">
    </p:cNvPr>
          <p:cNvPicPr>
            <a:picLocks noChangeAspect="1"/>
          </p:cNvPicPr>
          <p:nvPr/>
        </p:nvPicPr>
        <p:blipFill>
          <a:blip r:embed="img_0_150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27687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G070393</a:t>
            </a:r>
          </a:p>
        </p:txBody>
      </p:sp>
      <p:sp>
        <p:nvSpPr>
          <p:cNvPr id="363171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MARTA NINNETTE MENDEZ ARRIOLA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36689" name="Picture">
    </p:cNvPr>
          <p:cNvPicPr>
            <a:picLocks noChangeAspect="1"/>
          </p:cNvPicPr>
          <p:nvPr/>
        </p:nvPicPr>
        <p:blipFill>
          <a:blip r:embed="img_0_151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516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G070394</a:t>
            </a:r>
          </a:p>
        </p:txBody>
      </p:sp>
      <p:sp>
        <p:nvSpPr>
          <p:cNvPr id="25881977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NEMECIO CONSTANTINO PELAEZ MORALES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7764" name="Picture">
    </p:cNvPr>
          <p:cNvPicPr>
            <a:picLocks noChangeAspect="1"/>
          </p:cNvPicPr>
          <p:nvPr/>
        </p:nvPicPr>
        <p:blipFill>
          <a:blip r:embed="img_0_15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45924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G0705874</a:t>
            </a:r>
          </a:p>
        </p:txBody>
      </p:sp>
      <p:sp>
        <p:nvSpPr>
          <p:cNvPr id="773750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DELMA VIDALIA LOPEZ HERNANDEZ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15765" name="Picture">
    </p:cNvPr>
          <p:cNvPicPr>
            <a:picLocks noChangeAspect="1"/>
          </p:cNvPicPr>
          <p:nvPr/>
        </p:nvPicPr>
        <p:blipFill>
          <a:blip r:embed="img_0_15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28731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G0705890</a:t>
            </a:r>
          </a:p>
        </p:txBody>
      </p:sp>
      <p:sp>
        <p:nvSpPr>
          <p:cNvPr id="2641211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MIGUEL SAJMOLO MATZUL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4799" name="Picture">
    </p:cNvPr>
          <p:cNvPicPr>
            <a:picLocks noChangeAspect="1"/>
          </p:cNvPicPr>
          <p:nvPr/>
        </p:nvPicPr>
        <p:blipFill>
          <a:blip r:embed="img_0_15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343558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G0714865</a:t>
            </a:r>
          </a:p>
        </p:txBody>
      </p:sp>
      <p:sp>
        <p:nvSpPr>
          <p:cNvPr id="1583957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FRANCISCO JOSE LAYLLE CONTRERAS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39" name="Picture">
    </p:cNvPr>
          <p:cNvPicPr>
            <a:picLocks noChangeAspect="1"/>
          </p:cNvPicPr>
          <p:nvPr/>
        </p:nvPicPr>
        <p:blipFill>
          <a:blip r:embed="img_0_15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25061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G0715336</a:t>
            </a:r>
          </a:p>
        </p:txBody>
      </p:sp>
      <p:sp>
        <p:nvSpPr>
          <p:cNvPr id="3246282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ANTONIO LEON CARDONA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9461" name="Picture">
    </p:cNvPr>
          <p:cNvPicPr>
            <a:picLocks noChangeAspect="1"/>
          </p:cNvPicPr>
          <p:nvPr/>
        </p:nvPicPr>
        <p:blipFill>
          <a:blip r:embed="img_0_15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41120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G0715338</a:t>
            </a:r>
          </a:p>
        </p:txBody>
      </p:sp>
      <p:sp>
        <p:nvSpPr>
          <p:cNvPr id="903529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HENRY ESTUARDO ESCOBAR BENITEZ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96460" name="Picture">
    </p:cNvPr>
          <p:cNvPicPr>
            <a:picLocks noChangeAspect="1"/>
          </p:cNvPicPr>
          <p:nvPr/>
        </p:nvPicPr>
        <p:blipFill>
          <a:blip r:embed="img_0_15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38221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G0715339</a:t>
            </a:r>
          </a:p>
        </p:txBody>
      </p:sp>
      <p:sp>
        <p:nvSpPr>
          <p:cNvPr id="288681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ENRIQUE CASTRO MARTINEZ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43768" name="Picture">
    </p:cNvPr>
          <p:cNvPicPr>
            <a:picLocks noChangeAspect="1"/>
          </p:cNvPicPr>
          <p:nvPr/>
        </p:nvPicPr>
        <p:blipFill>
          <a:blip r:embed="img_0_15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44183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G0715342</a:t>
            </a:r>
          </a:p>
        </p:txBody>
      </p:sp>
      <p:sp>
        <p:nvSpPr>
          <p:cNvPr id="4014924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JACINTO SALOMON RODRIGUEZ CAVINAL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4815" name="Picture">
    </p:cNvPr>
          <p:cNvPicPr>
            <a:picLocks noChangeAspect="1"/>
          </p:cNvPicPr>
          <p:nvPr/>
        </p:nvPicPr>
        <p:blipFill>
          <a:blip r:embed="img_0_15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339029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G0715343</a:t>
            </a:r>
          </a:p>
        </p:txBody>
      </p:sp>
      <p:sp>
        <p:nvSpPr>
          <p:cNvPr id="2631713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MARVIN GEOVANY AREVALO TORRES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4158" name="Picture">
    </p:cNvPr>
          <p:cNvPicPr>
            <a:picLocks noChangeAspect="1"/>
          </p:cNvPicPr>
          <p:nvPr/>
        </p:nvPicPr>
        <p:blipFill>
          <a:blip r:embed="img_0_16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66397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G0715344</a:t>
            </a:r>
          </a:p>
        </p:txBody>
      </p:sp>
      <p:sp>
        <p:nvSpPr>
          <p:cNvPr id="48458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ROBENSON OMAR LUNA GIRON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1937" name="Picture">
    </p:cNvPr>
          <p:cNvPicPr>
            <a:picLocks noChangeAspect="1"/>
          </p:cNvPicPr>
          <p:nvPr/>
        </p:nvPicPr>
        <p:blipFill>
          <a:blip r:embed="img_0_16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97567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G0715345</a:t>
            </a:r>
          </a:p>
        </p:txBody>
      </p:sp>
      <p:sp>
        <p:nvSpPr>
          <p:cNvPr id="361847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CRISTIAN AURELIO TOBAR AREVALO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6814" name="Picture">
    </p:cNvPr>
          <p:cNvPicPr>
            <a:picLocks noChangeAspect="1"/>
          </p:cNvPicPr>
          <p:nvPr/>
        </p:nvPicPr>
        <p:blipFill>
          <a:blip r:embed="img_0_16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31790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G0715347</a:t>
            </a:r>
          </a:p>
        </p:txBody>
      </p:sp>
      <p:sp>
        <p:nvSpPr>
          <p:cNvPr id="364631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EMANUEL ABISAI YLLESCAS MATHEU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17735" name="Picture">
    </p:cNvPr>
          <p:cNvPicPr>
            <a:picLocks noChangeAspect="1"/>
          </p:cNvPicPr>
          <p:nvPr/>
        </p:nvPicPr>
        <p:blipFill>
          <a:blip r:embed="img_0_16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626535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G0722145</a:t>
            </a:r>
          </a:p>
        </p:txBody>
      </p:sp>
      <p:sp>
        <p:nvSpPr>
          <p:cNvPr id="796559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NESTOR EUGENIO AARON VASQUEZ NU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3672" name="Picture">
    </p:cNvPr>
          <p:cNvPicPr>
            <a:picLocks noChangeAspect="1"/>
          </p:cNvPicPr>
          <p:nvPr/>
        </p:nvPicPr>
        <p:blipFill>
          <a:blip r:embed="img_0_16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8780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G0722336</a:t>
            </a:r>
          </a:p>
        </p:txBody>
      </p:sp>
      <p:sp>
        <p:nvSpPr>
          <p:cNvPr id="3205272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REYNER VELIZ ALEU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74874" name="Picture">
    </p:cNvPr>
          <p:cNvPicPr>
            <a:picLocks noChangeAspect="1"/>
          </p:cNvPicPr>
          <p:nvPr/>
        </p:nvPicPr>
        <p:blipFill>
          <a:blip r:embed="img_0_16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86310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G0722624</a:t>
            </a:r>
          </a:p>
        </p:txBody>
      </p:sp>
      <p:sp>
        <p:nvSpPr>
          <p:cNvPr id="17047327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WILLIAM OSWALDO MELGAR CARBONELL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2890" name="Picture">
    </p:cNvPr>
          <p:cNvPicPr>
            <a:picLocks noChangeAspect="1"/>
          </p:cNvPicPr>
          <p:nvPr/>
        </p:nvPicPr>
        <p:blipFill>
          <a:blip r:embed="img_0_16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74896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G0722791</a:t>
            </a:r>
          </a:p>
        </p:txBody>
      </p:sp>
      <p:sp>
        <p:nvSpPr>
          <p:cNvPr id="2725472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JOSE PINEDA ORTIZ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16186" name="Picture">
    </p:cNvPr>
          <p:cNvPicPr>
            <a:picLocks noChangeAspect="1"/>
          </p:cNvPicPr>
          <p:nvPr/>
        </p:nvPicPr>
        <p:blipFill>
          <a:blip r:embed="img_0_16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2938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G0723230</a:t>
            </a:r>
          </a:p>
        </p:txBody>
      </p:sp>
      <p:sp>
        <p:nvSpPr>
          <p:cNvPr id="208475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NICOLAS ANTONIO CASTILLO MARTINEZ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43341" name="Picture">
    </p:cNvPr>
          <p:cNvPicPr>
            <a:picLocks noChangeAspect="1"/>
          </p:cNvPicPr>
          <p:nvPr/>
        </p:nvPicPr>
        <p:blipFill>
          <a:blip r:embed="img_0_16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060523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G0723244</a:t>
            </a:r>
          </a:p>
        </p:txBody>
      </p:sp>
      <p:sp>
        <p:nvSpPr>
          <p:cNvPr id="2625710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INMER ABEL VALLADARES RODRIGUEZ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15023" name="Picture">
    </p:cNvPr>
          <p:cNvPicPr>
            <a:picLocks noChangeAspect="1"/>
          </p:cNvPicPr>
          <p:nvPr/>
        </p:nvPicPr>
        <p:blipFill>
          <a:blip r:embed="img_0_16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15080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G0723338</a:t>
            </a:r>
          </a:p>
        </p:txBody>
      </p:sp>
      <p:sp>
        <p:nvSpPr>
          <p:cNvPr id="2131920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ADELSO ANTONIO GONZALEZ RAMOS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0597" name="Picture">
    </p:cNvPr>
          <p:cNvPicPr>
            <a:picLocks noChangeAspect="1"/>
          </p:cNvPicPr>
          <p:nvPr/>
        </p:nvPicPr>
        <p:blipFill>
          <a:blip r:embed="img_0_17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22206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G0723343</a:t>
            </a:r>
          </a:p>
        </p:txBody>
      </p:sp>
      <p:sp>
        <p:nvSpPr>
          <p:cNvPr id="28345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HUBERTO PRERA SORIA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851" name="Picture">
    </p:cNvPr>
          <p:cNvPicPr>
            <a:picLocks noChangeAspect="1"/>
          </p:cNvPicPr>
          <p:nvPr/>
        </p:nvPicPr>
        <p:blipFill>
          <a:blip r:embed="img_0_17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977310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G0723598</a:t>
            </a:r>
          </a:p>
        </p:txBody>
      </p:sp>
      <p:sp>
        <p:nvSpPr>
          <p:cNvPr id="3289176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WALTER OLIBERIO ORTIZ MILIAN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30048" name="Picture">
    </p:cNvPr>
          <p:cNvPicPr>
            <a:picLocks noChangeAspect="1"/>
          </p:cNvPicPr>
          <p:nvPr/>
        </p:nvPicPr>
        <p:blipFill>
          <a:blip r:embed="img_0_17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27507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G0723677</a:t>
            </a:r>
          </a:p>
        </p:txBody>
      </p:sp>
      <p:sp>
        <p:nvSpPr>
          <p:cNvPr id="1083658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JOSE VELASQUEZ GONZALEZ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090" name="Picture">
    </p:cNvPr>
          <p:cNvPicPr>
            <a:picLocks noChangeAspect="1"/>
          </p:cNvPicPr>
          <p:nvPr/>
        </p:nvPicPr>
        <p:blipFill>
          <a:blip r:embed="img_0_17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03278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G0723686</a:t>
            </a:r>
          </a:p>
        </p:txBody>
      </p:sp>
      <p:sp>
        <p:nvSpPr>
          <p:cNvPr id="28141069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ARCENIO EGEMBERTO RAMIREZ RAMIREZ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6332" name="Picture">
    </p:cNvPr>
          <p:cNvPicPr>
            <a:picLocks noChangeAspect="1"/>
          </p:cNvPicPr>
          <p:nvPr/>
        </p:nvPicPr>
        <p:blipFill>
          <a:blip r:embed="img_0_17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45747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G0723780</a:t>
            </a:r>
          </a:p>
        </p:txBody>
      </p:sp>
      <p:sp>
        <p:nvSpPr>
          <p:cNvPr id="1193815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ALBERTO SOTO JUAREZ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6711" name="Picture">
    </p:cNvPr>
          <p:cNvPicPr>
            <a:picLocks noChangeAspect="1"/>
          </p:cNvPicPr>
          <p:nvPr/>
        </p:nvPicPr>
        <p:blipFill>
          <a:blip r:embed="img_0_17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2213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G0724009</a:t>
            </a:r>
          </a:p>
        </p:txBody>
      </p:sp>
      <p:sp>
        <p:nvSpPr>
          <p:cNvPr id="220044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KARIN EUNICE LOPEZ TELLO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5878" name="Picture">
    </p:cNvPr>
          <p:cNvPicPr>
            <a:picLocks noChangeAspect="1"/>
          </p:cNvPicPr>
          <p:nvPr/>
        </p:nvPicPr>
        <p:blipFill>
          <a:blip r:embed="img_0_17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12354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G0724201</a:t>
            </a:r>
          </a:p>
        </p:txBody>
      </p:sp>
      <p:sp>
        <p:nvSpPr>
          <p:cNvPr id="1384140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BRENDA ENID TRIGUEROS ORELLANA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17292" name="Picture">
    </p:cNvPr>
          <p:cNvPicPr>
            <a:picLocks noChangeAspect="1"/>
          </p:cNvPicPr>
          <p:nvPr/>
        </p:nvPicPr>
        <p:blipFill>
          <a:blip r:embed="img_0_17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26921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G0724311</a:t>
            </a:r>
          </a:p>
        </p:txBody>
      </p:sp>
      <p:sp>
        <p:nvSpPr>
          <p:cNvPr id="162159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RUBEN ANIBAL VELASQUEZ LOPEZ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6520" name="Picture">
    </p:cNvPr>
          <p:cNvPicPr>
            <a:picLocks noChangeAspect="1"/>
          </p:cNvPicPr>
          <p:nvPr/>
        </p:nvPicPr>
        <p:blipFill>
          <a:blip r:embed="img_0_17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84954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G0724344</a:t>
            </a:r>
          </a:p>
        </p:txBody>
      </p:sp>
      <p:sp>
        <p:nvSpPr>
          <p:cNvPr id="554376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MARIANO AJIN CALEL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26147" name="Picture">
    </p:cNvPr>
          <p:cNvPicPr>
            <a:picLocks noChangeAspect="1"/>
          </p:cNvPicPr>
          <p:nvPr/>
        </p:nvPicPr>
        <p:blipFill>
          <a:blip r:embed="img_0_17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33787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G0724470</a:t>
            </a:r>
          </a:p>
        </p:txBody>
      </p:sp>
      <p:sp>
        <p:nvSpPr>
          <p:cNvPr id="675574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MIGUEL VICTORIO ALVAREZ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5847" name="Picture">
    </p:cNvPr>
          <p:cNvPicPr>
            <a:picLocks noChangeAspect="1"/>
          </p:cNvPicPr>
          <p:nvPr/>
        </p:nvPicPr>
        <p:blipFill>
          <a:blip r:embed="img_0_18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965182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G0724647</a:t>
            </a:r>
          </a:p>
        </p:txBody>
      </p:sp>
      <p:sp>
        <p:nvSpPr>
          <p:cNvPr id="1607387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EDWIN DAVID GODOY SAGASTUME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5939" name="Picture">
    </p:cNvPr>
          <p:cNvPicPr>
            <a:picLocks noChangeAspect="1"/>
          </p:cNvPicPr>
          <p:nvPr/>
        </p:nvPicPr>
        <p:blipFill>
          <a:blip r:embed="img_0_18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42832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G0724763</a:t>
            </a:r>
          </a:p>
        </p:txBody>
      </p:sp>
      <p:sp>
        <p:nvSpPr>
          <p:cNvPr id="32177530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MARIO ROBERTO RUANO AZURDIA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1821" name="Picture">
    </p:cNvPr>
          <p:cNvPicPr>
            <a:picLocks noChangeAspect="1"/>
          </p:cNvPicPr>
          <p:nvPr/>
        </p:nvPicPr>
        <p:blipFill>
          <a:blip r:embed="img_0_18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27732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G0724785</a:t>
            </a:r>
          </a:p>
        </p:txBody>
      </p:sp>
      <p:sp>
        <p:nvSpPr>
          <p:cNvPr id="708103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JHONATAN RENE REYES ESCOBAR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743" name="Picture">
    </p:cNvPr>
          <p:cNvPicPr>
            <a:picLocks noChangeAspect="1"/>
          </p:cNvPicPr>
          <p:nvPr/>
        </p:nvPicPr>
        <p:blipFill>
          <a:blip r:embed="img_0_18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2971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G0724796</a:t>
            </a:r>
          </a:p>
        </p:txBody>
      </p:sp>
      <p:sp>
        <p:nvSpPr>
          <p:cNvPr id="1344460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OSEAS CUA TOJ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7406" name="Picture">
    </p:cNvPr>
          <p:cNvPicPr>
            <a:picLocks noChangeAspect="1"/>
          </p:cNvPicPr>
          <p:nvPr/>
        </p:nvPicPr>
        <p:blipFill>
          <a:blip r:embed="img_0_18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95011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G0724822</a:t>
            </a:r>
          </a:p>
        </p:txBody>
      </p:sp>
      <p:sp>
        <p:nvSpPr>
          <p:cNvPr id="2570682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OSCAR ENRIQUE SAENZ WIRTZ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85124" name="Picture">
    </p:cNvPr>
          <p:cNvPicPr>
            <a:picLocks noChangeAspect="1"/>
          </p:cNvPicPr>
          <p:nvPr/>
        </p:nvPicPr>
        <p:blipFill>
          <a:blip r:embed="img_0_18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22732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G0724825</a:t>
            </a:r>
          </a:p>
        </p:txBody>
      </p:sp>
      <p:sp>
        <p:nvSpPr>
          <p:cNvPr id="3165111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OVIDIO ANTONIO lll DEL CID FLORES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1461" name="Picture">
    </p:cNvPr>
          <p:cNvPicPr>
            <a:picLocks noChangeAspect="1"/>
          </p:cNvPicPr>
          <p:nvPr/>
        </p:nvPicPr>
        <p:blipFill>
          <a:blip r:embed="img_0_18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232902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G0724956</a:t>
            </a:r>
          </a:p>
        </p:txBody>
      </p:sp>
      <p:sp>
        <p:nvSpPr>
          <p:cNvPr id="1111384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LILIAN ANDREA MELENDEZ GARCIA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5746" name="Picture">
    </p:cNvPr>
          <p:cNvPicPr>
            <a:picLocks noChangeAspect="1"/>
          </p:cNvPicPr>
          <p:nvPr/>
        </p:nvPicPr>
        <p:blipFill>
          <a:blip r:embed="img_0_187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282405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G072518</a:t>
            </a:r>
          </a:p>
        </p:txBody>
      </p:sp>
      <p:sp>
        <p:nvSpPr>
          <p:cNvPr id="13828008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ANTONIETA CASTELLANOS CAJAS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88344" name="Picture">
    </p:cNvPr>
          <p:cNvPicPr>
            <a:picLocks noChangeAspect="1"/>
          </p:cNvPicPr>
          <p:nvPr/>
        </p:nvPicPr>
        <p:blipFill>
          <a:blip r:embed="img_0_188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322597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G072519</a:t>
            </a:r>
          </a:p>
        </p:txBody>
      </p:sp>
      <p:sp>
        <p:nvSpPr>
          <p:cNvPr id="2436286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LIDIA ANGELICA TOJ COTZAJAY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8422" name="Picture">
    </p:cNvPr>
          <p:cNvPicPr>
            <a:picLocks noChangeAspect="1"/>
          </p:cNvPicPr>
          <p:nvPr/>
        </p:nvPicPr>
        <p:blipFill>
          <a:blip r:embed="img_0_18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26321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G0725410</a:t>
            </a:r>
          </a:p>
        </p:txBody>
      </p:sp>
      <p:sp>
        <p:nvSpPr>
          <p:cNvPr id="8188993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WENCESLAO AMARILDO JUAREZ BARRIENTOS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7749" name="Picture">
    </p:cNvPr>
          <p:cNvPicPr>
            <a:picLocks noChangeAspect="1"/>
          </p:cNvPicPr>
          <p:nvPr/>
        </p:nvPicPr>
        <p:blipFill>
          <a:blip r:embed="img_0_19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55814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G0725413</a:t>
            </a:r>
          </a:p>
        </p:txBody>
      </p:sp>
      <p:sp>
        <p:nvSpPr>
          <p:cNvPr id="223808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ANGELICA SULEMA PINEDA SAMAYOA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2380" name="Picture">
    </p:cNvPr>
          <p:cNvPicPr>
            <a:picLocks noChangeAspect="1"/>
          </p:cNvPicPr>
          <p:nvPr/>
        </p:nvPicPr>
        <p:blipFill>
          <a:blip r:embed="img_0_19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92221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G0725669</a:t>
            </a:r>
          </a:p>
        </p:txBody>
      </p:sp>
      <p:sp>
        <p:nvSpPr>
          <p:cNvPr id="3001708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MILVIA LISBETH CORDON FALLA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1029" name="Picture">
    </p:cNvPr>
          <p:cNvPicPr>
            <a:picLocks noChangeAspect="1"/>
          </p:cNvPicPr>
          <p:nvPr/>
        </p:nvPicPr>
        <p:blipFill>
          <a:blip r:embed="img_0_19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99652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G0725676</a:t>
            </a:r>
          </a:p>
        </p:txBody>
      </p:sp>
      <p:sp>
        <p:nvSpPr>
          <p:cNvPr id="1217829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MARTA CAMACHO SOTELA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1261" name="Picture">
    </p:cNvPr>
          <p:cNvPicPr>
            <a:picLocks noChangeAspect="1"/>
          </p:cNvPicPr>
          <p:nvPr/>
        </p:nvPicPr>
        <p:blipFill>
          <a:blip r:embed="img_0_193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772617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G072571</a:t>
            </a:r>
          </a:p>
        </p:txBody>
      </p:sp>
      <p:sp>
        <p:nvSpPr>
          <p:cNvPr id="3164551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BICITACION LOPEZ MU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3096" name="Picture">
    </p:cNvPr>
          <p:cNvPicPr>
            <a:picLocks noChangeAspect="1"/>
          </p:cNvPicPr>
          <p:nvPr/>
        </p:nvPicPr>
        <p:blipFill>
          <a:blip r:embed="img_0_19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227869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G0725718</a:t>
            </a:r>
          </a:p>
        </p:txBody>
      </p:sp>
      <p:sp>
        <p:nvSpPr>
          <p:cNvPr id="825624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ALEX GUALFREDO MAYEN VELASQUEZ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67137" name="Picture">
    </p:cNvPr>
          <p:cNvPicPr>
            <a:picLocks noChangeAspect="1"/>
          </p:cNvPicPr>
          <p:nvPr/>
        </p:nvPicPr>
        <p:blipFill>
          <a:blip r:embed="img_0_195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066210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G072573</a:t>
            </a:r>
          </a:p>
        </p:txBody>
      </p:sp>
      <p:sp>
        <p:nvSpPr>
          <p:cNvPr id="90811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PATRICIO RALDA LOPEZ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8155" name="Picture">
    </p:cNvPr>
          <p:cNvPicPr>
            <a:picLocks noChangeAspect="1"/>
          </p:cNvPicPr>
          <p:nvPr/>
        </p:nvPicPr>
        <p:blipFill>
          <a:blip r:embed="img_0_19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45388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G0725765</a:t>
            </a:r>
          </a:p>
        </p:txBody>
      </p:sp>
      <p:sp>
        <p:nvSpPr>
          <p:cNvPr id="1464937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JOSUE AARON VICENTE PUAC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4738" name="Picture">
    </p:cNvPr>
          <p:cNvPicPr>
            <a:picLocks noChangeAspect="1"/>
          </p:cNvPicPr>
          <p:nvPr/>
        </p:nvPicPr>
        <p:blipFill>
          <a:blip r:embed="img_0_19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91643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G0725766</a:t>
            </a:r>
          </a:p>
        </p:txBody>
      </p:sp>
      <p:sp>
        <p:nvSpPr>
          <p:cNvPr id="1844687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ALEXANDER RAMIREZ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0839" name="Picture">
    </p:cNvPr>
          <p:cNvPicPr>
            <a:picLocks noChangeAspect="1"/>
          </p:cNvPicPr>
          <p:nvPr/>
        </p:nvPicPr>
        <p:blipFill>
          <a:blip r:embed="img_0_19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045936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G0725768</a:t>
            </a:r>
          </a:p>
        </p:txBody>
      </p:sp>
      <p:sp>
        <p:nvSpPr>
          <p:cNvPr id="3243071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JOSUE DAVID GARCIA MONROY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3521" name="Picture">
    </p:cNvPr>
          <p:cNvPicPr>
            <a:picLocks noChangeAspect="1"/>
          </p:cNvPicPr>
          <p:nvPr/>
        </p:nvPicPr>
        <p:blipFill>
          <a:blip r:embed="img_0_19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49876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G0725775</a:t>
            </a:r>
          </a:p>
        </p:txBody>
      </p:sp>
      <p:sp>
        <p:nvSpPr>
          <p:cNvPr id="164596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FABIOLA EULALIA HIDALGO MORALES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36853" name="Picture">
    </p:cNvPr>
          <p:cNvPicPr>
            <a:picLocks noChangeAspect="1"/>
          </p:cNvPicPr>
          <p:nvPr/>
        </p:nvPicPr>
        <p:blipFill>
          <a:blip r:embed="img_0_20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03597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G0725776</a:t>
            </a:r>
          </a:p>
        </p:txBody>
      </p:sp>
      <p:sp>
        <p:nvSpPr>
          <p:cNvPr id="2962712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BILLY MARTIN PINEDA FLORES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8089" name="Picture">
    </p:cNvPr>
          <p:cNvPicPr>
            <a:picLocks noChangeAspect="1"/>
          </p:cNvPicPr>
          <p:nvPr/>
        </p:nvPicPr>
        <p:blipFill>
          <a:blip r:embed="img_0_20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954399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G0725798</a:t>
            </a:r>
          </a:p>
        </p:txBody>
      </p:sp>
      <p:sp>
        <p:nvSpPr>
          <p:cNvPr id="745154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EDER MANUEL BACAJOL FARELO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11375" name="Picture">
    </p:cNvPr>
          <p:cNvPicPr>
            <a:picLocks noChangeAspect="1"/>
          </p:cNvPicPr>
          <p:nvPr/>
        </p:nvPicPr>
        <p:blipFill>
          <a:blip r:embed="img_0_20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579929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G0725799</a:t>
            </a:r>
          </a:p>
        </p:txBody>
      </p:sp>
      <p:sp>
        <p:nvSpPr>
          <p:cNvPr id="2672627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ADOLFO MOLINA GUTIERREZ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5313" name="Picture">
    </p:cNvPr>
          <p:cNvPicPr>
            <a:picLocks noChangeAspect="1"/>
          </p:cNvPicPr>
          <p:nvPr/>
        </p:nvPicPr>
        <p:blipFill>
          <a:blip r:embed="img_0_203_0.png"/>
          <a:srcRect/>
          <a:stretch>
            <a:fillRect l="0" t="0" r="0" b="58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14488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G072580</a:t>
            </a:r>
          </a:p>
        </p:txBody>
      </p:sp>
      <p:sp>
        <p:nvSpPr>
          <p:cNvPr id="2587531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ROBERTO CORONADO PACHECO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9036" name="Picture">
    </p:cNvPr>
          <p:cNvPicPr>
            <a:picLocks noChangeAspect="1"/>
          </p:cNvPicPr>
          <p:nvPr/>
        </p:nvPicPr>
        <p:blipFill>
          <a:blip r:embed="img_0_20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174178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G0725808</a:t>
            </a:r>
          </a:p>
        </p:txBody>
      </p:sp>
      <p:sp>
        <p:nvSpPr>
          <p:cNvPr id="6385197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GUILLERMO ALFONSO MEDRANO SANCHEZ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0575" name="Picture">
    </p:cNvPr>
          <p:cNvPicPr>
            <a:picLocks noChangeAspect="1"/>
          </p:cNvPicPr>
          <p:nvPr/>
        </p:nvPicPr>
        <p:blipFill>
          <a:blip r:embed="img_0_20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91668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G0725814</a:t>
            </a:r>
          </a:p>
        </p:txBody>
      </p:sp>
      <p:sp>
        <p:nvSpPr>
          <p:cNvPr id="3048298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JOEL RIOS CHAVEZ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227" name="Picture">
    </p:cNvPr>
          <p:cNvPicPr>
            <a:picLocks noChangeAspect="1"/>
          </p:cNvPicPr>
          <p:nvPr/>
        </p:nvPicPr>
        <p:blipFill>
          <a:blip r:embed="img_0_20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89448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G0725889</a:t>
            </a:r>
          </a:p>
        </p:txBody>
      </p:sp>
      <p:sp>
        <p:nvSpPr>
          <p:cNvPr id="2983846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KEVIN ALEXANDER MARTINEZ PEREZ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03170" name="Picture">
    </p:cNvPr>
          <p:cNvPicPr>
            <a:picLocks noChangeAspect="1"/>
          </p:cNvPicPr>
          <p:nvPr/>
        </p:nvPicPr>
        <p:blipFill>
          <a:blip r:embed="img_0_20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925036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G0725898</a:t>
            </a:r>
          </a:p>
        </p:txBody>
      </p:sp>
      <p:sp>
        <p:nvSpPr>
          <p:cNvPr id="1322480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DIEGO ANTONIO SEISDEDOS JAVIER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60128" name="Picture">
    </p:cNvPr>
          <p:cNvPicPr>
            <a:picLocks noChangeAspect="1"/>
          </p:cNvPicPr>
          <p:nvPr/>
        </p:nvPicPr>
        <p:blipFill>
          <a:blip r:embed="img_0_20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90741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G0725906</a:t>
            </a:r>
          </a:p>
        </p:txBody>
      </p:sp>
      <p:sp>
        <p:nvSpPr>
          <p:cNvPr id="3153182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DIEGO FERNANDO RAMON GIL RODAS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94243" name="Picture">
    </p:cNvPr>
          <p:cNvPicPr>
            <a:picLocks noChangeAspect="1"/>
          </p:cNvPicPr>
          <p:nvPr/>
        </p:nvPicPr>
        <p:blipFill>
          <a:blip r:embed="img_0_20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62402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G0725911</a:t>
            </a:r>
          </a:p>
        </p:txBody>
      </p:sp>
      <p:sp>
        <p:nvSpPr>
          <p:cNvPr id="2536685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MARCOS NEHEMIAS MU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77724" name="Picture">
    </p:cNvPr>
          <p:cNvPicPr>
            <a:picLocks noChangeAspect="1"/>
          </p:cNvPicPr>
          <p:nvPr/>
        </p:nvPicPr>
        <p:blipFill>
          <a:blip r:embed="img_0_21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39963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G0725914</a:t>
            </a:r>
          </a:p>
        </p:txBody>
      </p:sp>
      <p:sp>
        <p:nvSpPr>
          <p:cNvPr id="1204158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GILBERTO LOPEZ LOPEZ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60814" name="Picture">
    </p:cNvPr>
          <p:cNvPicPr>
            <a:picLocks noChangeAspect="1"/>
          </p:cNvPicPr>
          <p:nvPr/>
        </p:nvPicPr>
        <p:blipFill>
          <a:blip r:embed="img_0_21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100261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G0725919</a:t>
            </a:r>
          </a:p>
        </p:txBody>
      </p:sp>
      <p:sp>
        <p:nvSpPr>
          <p:cNvPr id="2774226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JOSE LOU SANCHEZ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9637" name="Picture">
    </p:cNvPr>
          <p:cNvPicPr>
            <a:picLocks noChangeAspect="1"/>
          </p:cNvPicPr>
          <p:nvPr/>
        </p:nvPicPr>
        <p:blipFill>
          <a:blip r:embed="img_0_21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6218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G0725946</a:t>
            </a:r>
          </a:p>
        </p:txBody>
      </p:sp>
      <p:sp>
        <p:nvSpPr>
          <p:cNvPr id="31041967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WILSON ANIBAL ESAU JOCOL SIC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6850" name="Picture">
    </p:cNvPr>
          <p:cNvPicPr>
            <a:picLocks noChangeAspect="1"/>
          </p:cNvPicPr>
          <p:nvPr/>
        </p:nvPicPr>
        <p:blipFill>
          <a:blip r:embed="img_0_21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62497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G0725985</a:t>
            </a:r>
          </a:p>
        </p:txBody>
      </p:sp>
      <p:sp>
        <p:nvSpPr>
          <p:cNvPr id="2666428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WILMAR FERNANDO LINARES OCHOA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72242" name="Picture">
    </p:cNvPr>
          <p:cNvPicPr>
            <a:picLocks noChangeAspect="1"/>
          </p:cNvPicPr>
          <p:nvPr/>
        </p:nvPicPr>
        <p:blipFill>
          <a:blip r:embed="img_0_21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70408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G0725986</a:t>
            </a:r>
          </a:p>
        </p:txBody>
      </p:sp>
      <p:sp>
        <p:nvSpPr>
          <p:cNvPr id="1478740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PATRICIA SANTIZO GALDAMEZ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93965" name="Picture">
    </p:cNvPr>
          <p:cNvPicPr>
            <a:picLocks noChangeAspect="1"/>
          </p:cNvPicPr>
          <p:nvPr/>
        </p:nvPicPr>
        <p:blipFill>
          <a:blip r:embed="img_0_21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26929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G0726006</a:t>
            </a:r>
          </a:p>
        </p:txBody>
      </p:sp>
      <p:sp>
        <p:nvSpPr>
          <p:cNvPr id="2590033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GUILLERMO MARTINEZ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66582" name="Picture">
    </p:cNvPr>
          <p:cNvPicPr>
            <a:picLocks noChangeAspect="1"/>
          </p:cNvPicPr>
          <p:nvPr/>
        </p:nvPicPr>
        <p:blipFill>
          <a:blip r:embed="img_0_21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26584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G0726029</a:t>
            </a:r>
          </a:p>
        </p:txBody>
      </p:sp>
      <p:sp>
        <p:nvSpPr>
          <p:cNvPr id="18919431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GISELLE ZINGARA CRISOSTOMO NU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8779" name="Picture">
    </p:cNvPr>
          <p:cNvPicPr>
            <a:picLocks noChangeAspect="1"/>
          </p:cNvPicPr>
          <p:nvPr/>
        </p:nvPicPr>
        <p:blipFill>
          <a:blip r:embed="img_0_21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77110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G0726046</a:t>
            </a:r>
          </a:p>
        </p:txBody>
      </p:sp>
      <p:sp>
        <p:nvSpPr>
          <p:cNvPr id="1131839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JOSE QUIROZ LOYO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60556" name="Picture">
    </p:cNvPr>
          <p:cNvPicPr>
            <a:picLocks noChangeAspect="1"/>
          </p:cNvPicPr>
          <p:nvPr/>
        </p:nvPicPr>
        <p:blipFill>
          <a:blip r:embed="img_0_21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93865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G0726059</a:t>
            </a:r>
          </a:p>
        </p:txBody>
      </p:sp>
      <p:sp>
        <p:nvSpPr>
          <p:cNvPr id="122366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MARIANO TAHAY ESPOSITO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80401" name="Picture">
    </p:cNvPr>
          <p:cNvPicPr>
            <a:picLocks noChangeAspect="1"/>
          </p:cNvPicPr>
          <p:nvPr/>
        </p:nvPicPr>
        <p:blipFill>
          <a:blip r:embed="img_0_21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737033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G0726080</a:t>
            </a:r>
          </a:p>
        </p:txBody>
      </p:sp>
      <p:sp>
        <p:nvSpPr>
          <p:cNvPr id="12519759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BAYRON ESTUARDO GUOX CURRUCHICH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19418" name="Picture">
    </p:cNvPr>
          <p:cNvPicPr>
            <a:picLocks noChangeAspect="1"/>
          </p:cNvPicPr>
          <p:nvPr/>
        </p:nvPicPr>
        <p:blipFill>
          <a:blip r:embed="img_0_22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24183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G0726133</a:t>
            </a:r>
          </a:p>
        </p:txBody>
      </p:sp>
      <p:sp>
        <p:nvSpPr>
          <p:cNvPr id="1839938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FERNANDO GUERRA MATA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15916" name="Picture">
    </p:cNvPr>
          <p:cNvPicPr>
            <a:picLocks noChangeAspect="1"/>
          </p:cNvPicPr>
          <p:nvPr/>
        </p:nvPicPr>
        <p:blipFill>
          <a:blip r:embed="img_0_22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04686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G0726167</a:t>
            </a:r>
          </a:p>
        </p:txBody>
      </p:sp>
      <p:sp>
        <p:nvSpPr>
          <p:cNvPr id="193230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ANTONIO CARVAJAL ESPOSITO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0140" name="Picture">
    </p:cNvPr>
          <p:cNvPicPr>
            <a:picLocks noChangeAspect="1"/>
          </p:cNvPicPr>
          <p:nvPr/>
        </p:nvPicPr>
        <p:blipFill>
          <a:blip r:embed="img_0_22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475311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G0726168</a:t>
            </a:r>
          </a:p>
        </p:txBody>
      </p:sp>
      <p:sp>
        <p:nvSpPr>
          <p:cNvPr id="2610715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KEVIN ALEXANDER RAMIREZ LOPEZ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47828" name="Picture">
    </p:cNvPr>
          <p:cNvPicPr>
            <a:picLocks noChangeAspect="1"/>
          </p:cNvPicPr>
          <p:nvPr/>
        </p:nvPicPr>
        <p:blipFill>
          <a:blip r:embed="img_0_22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645692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G0726169</a:t>
            </a:r>
          </a:p>
        </p:txBody>
      </p:sp>
      <p:sp>
        <p:nvSpPr>
          <p:cNvPr id="2420229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TOMAS MARTINEZ MORAN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35190" name="Picture">
    </p:cNvPr>
          <p:cNvPicPr>
            <a:picLocks noChangeAspect="1"/>
          </p:cNvPicPr>
          <p:nvPr/>
        </p:nvPicPr>
        <p:blipFill>
          <a:blip r:embed="img_0_22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5280968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G0726214</a:t>
            </a:r>
          </a:p>
        </p:txBody>
      </p:sp>
      <p:sp>
        <p:nvSpPr>
          <p:cNvPr id="1607030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JESSICA SUSANA PANIAGUA REYES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03976" name="Picture">
    </p:cNvPr>
          <p:cNvPicPr>
            <a:picLocks noChangeAspect="1"/>
          </p:cNvPicPr>
          <p:nvPr/>
        </p:nvPicPr>
        <p:blipFill>
          <a:blip r:embed="img_0_22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557527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G0726224</a:t>
            </a:r>
          </a:p>
        </p:txBody>
      </p:sp>
      <p:sp>
        <p:nvSpPr>
          <p:cNvPr id="1136716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MIGUEL MONTES ASENSIO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4914" name="Picture">
    </p:cNvPr>
          <p:cNvPicPr>
            <a:picLocks noChangeAspect="1"/>
          </p:cNvPicPr>
          <p:nvPr/>
        </p:nvPicPr>
        <p:blipFill>
          <a:blip r:embed="img_0_22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099402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G0726232</a:t>
            </a:r>
          </a:p>
        </p:txBody>
      </p:sp>
      <p:sp>
        <p:nvSpPr>
          <p:cNvPr id="2167517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ARIEL ALEXANDER PERNILLA MEJIA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2877" name="Picture">
    </p:cNvPr>
          <p:cNvPicPr>
            <a:picLocks noChangeAspect="1"/>
          </p:cNvPicPr>
          <p:nvPr/>
        </p:nvPicPr>
        <p:blipFill>
          <a:blip r:embed="img_0_22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272204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G0732162</a:t>
            </a:r>
          </a:p>
        </p:txBody>
      </p:sp>
      <p:sp>
        <p:nvSpPr>
          <p:cNvPr id="2224397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ROBERTO MCCOLAUGH VELASCO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6188" name="Picture">
    </p:cNvPr>
          <p:cNvPicPr>
            <a:picLocks noChangeAspect="1"/>
          </p:cNvPicPr>
          <p:nvPr/>
        </p:nvPicPr>
        <p:blipFill>
          <a:blip r:embed="img_0_22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954209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G0735415</a:t>
            </a:r>
          </a:p>
        </p:txBody>
      </p:sp>
      <p:sp>
        <p:nvSpPr>
          <p:cNvPr id="1324086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MOISES HERNANDEZ HERNANDEZ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08224" name="Picture">
    </p:cNvPr>
          <p:cNvPicPr>
            <a:picLocks noChangeAspect="1"/>
          </p:cNvPicPr>
          <p:nvPr/>
        </p:nvPicPr>
        <p:blipFill>
          <a:blip r:embed="img_0_22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3326225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G0735848</a:t>
            </a:r>
          </a:p>
        </p:txBody>
      </p:sp>
      <p:sp>
        <p:nvSpPr>
          <p:cNvPr id="2182226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ARNOLDO FLORES ARGUETA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3557" name="Picture">
    </p:cNvPr>
          <p:cNvPicPr>
            <a:picLocks noChangeAspect="1"/>
          </p:cNvPicPr>
          <p:nvPr/>
        </p:nvPicPr>
        <p:blipFill>
          <a:blip r:embed="img_0_23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860301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G0764191</a:t>
            </a:r>
          </a:p>
        </p:txBody>
      </p:sp>
      <p:sp>
        <p:nvSpPr>
          <p:cNvPr id="481544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ROBERTO ALVAREZ MARROQUIN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7678" name="Picture">
    </p:cNvPr>
          <p:cNvPicPr>
            <a:picLocks noChangeAspect="1"/>
          </p:cNvPicPr>
          <p:nvPr/>
        </p:nvPicPr>
        <p:blipFill>
          <a:blip r:embed="img_0_23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8614122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G0794111</a:t>
            </a:r>
          </a:p>
        </p:txBody>
      </p:sp>
      <p:sp>
        <p:nvSpPr>
          <p:cNvPr id="1543056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RAUL ARNOLDO MATHEU DE FLORAN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07601" name="Picture">
    </p:cNvPr>
          <p:cNvPicPr>
            <a:picLocks noChangeAspect="1"/>
          </p:cNvPicPr>
          <p:nvPr/>
        </p:nvPicPr>
        <p:blipFill>
          <a:blip r:embed="img_0_232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239350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G0794631</a:t>
            </a:r>
          </a:p>
        </p:txBody>
      </p:sp>
      <p:sp>
        <p:nvSpPr>
          <p:cNvPr id="10548900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 ROLANDO GALVEZ SOBRAL LIZARRALDE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765" name="Picture">
    </p:cNvPr>
          <p:cNvPicPr>
            <a:picLocks noChangeAspect="1"/>
          </p:cNvPicPr>
          <p:nvPr/>
        </p:nvPicPr>
        <p:blipFill>
          <a:blip r:embed="img_0_233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18382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G0795471</a:t>
            </a:r>
          </a:p>
        </p:txBody>
      </p:sp>
      <p:sp>
        <p:nvSpPr>
          <p:cNvPr id="556276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DE JESUS ARCHILA CORDON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63715" name="Picture">
    </p:cNvPr>
          <p:cNvPicPr>
            <a:picLocks noChangeAspect="1"/>
          </p:cNvPicPr>
          <p:nvPr/>
        </p:nvPicPr>
        <p:blipFill>
          <a:blip r:embed="img_0_234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3577756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G0795769</a:t>
            </a:r>
          </a:p>
        </p:txBody>
      </p:sp>
      <p:sp>
        <p:nvSpPr>
          <p:cNvPr id="27059626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EDUARDO VINICIO JUAREZ DONIS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5273" name="Picture">
    </p:cNvPr>
          <p:cNvPicPr>
            <a:picLocks noChangeAspect="1"/>
          </p:cNvPicPr>
          <p:nvPr/>
        </p:nvPicPr>
        <p:blipFill>
          <a:blip r:embed="img_0_235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689456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G0795916</a:t>
            </a:r>
          </a:p>
        </p:txBody>
      </p:sp>
      <p:sp>
        <p:nvSpPr>
          <p:cNvPr id="5142394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INGRID VANESSA PEREZ SOLIS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9478" name="Picture">
    </p:cNvPr>
          <p:cNvPicPr>
            <a:picLocks noChangeAspect="1"/>
          </p:cNvPicPr>
          <p:nvPr/>
        </p:nvPicPr>
        <p:blipFill>
          <a:blip r:embed="img_0_236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4669754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G0795961</a:t>
            </a:r>
          </a:p>
        </p:txBody>
      </p:sp>
      <p:sp>
        <p:nvSpPr>
          <p:cNvPr id="3015209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ELSA ARACELY SIAN PIRIR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05559" name="Picture">
    </p:cNvPr>
          <p:cNvPicPr>
            <a:picLocks noChangeAspect="1"/>
          </p:cNvPicPr>
          <p:nvPr/>
        </p:nvPicPr>
        <p:blipFill>
          <a:blip r:embed="img_0_237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843531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G0795982</a:t>
            </a:r>
          </a:p>
        </p:txBody>
      </p:sp>
      <p:sp>
        <p:nvSpPr>
          <p:cNvPr id="76179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 ARMANDO RIVAS GUERRERO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1760" name="Picture">
    </p:cNvPr>
          <p:cNvPicPr>
            <a:picLocks noChangeAspect="1"/>
          </p:cNvPicPr>
          <p:nvPr/>
        </p:nvPicPr>
        <p:blipFill>
          <a:blip r:embed="img_0_238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707781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G0855964</a:t>
            </a:r>
          </a:p>
        </p:txBody>
      </p:sp>
      <p:sp>
        <p:nvSpPr>
          <p:cNvPr id="13648263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SANDRA LUCRECIA ORTIZ BOLA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73333" name="Picture">
    </p:cNvPr>
          <p:cNvPicPr>
            <a:picLocks noChangeAspect="1"/>
          </p:cNvPicPr>
          <p:nvPr/>
        </p:nvPicPr>
        <p:blipFill>
          <a:blip r:embed="img_0_239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11311979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G0855965</a:t>
            </a:r>
          </a:p>
        </p:txBody>
      </p:sp>
      <p:sp>
        <p:nvSpPr>
          <p:cNvPr id="1022055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VICTOR ENRIQUE FURLAN SEGOVIA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16852" name="Picture">
    </p:cNvPr>
          <p:cNvPicPr>
            <a:picLocks noChangeAspect="1"/>
          </p:cNvPicPr>
          <p:nvPr/>
        </p:nvPicPr>
        <p:blipFill>
          <a:blip r:embed="img_0_240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9161477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G0855966</a:t>
            </a:r>
          </a:p>
        </p:txBody>
      </p:sp>
      <p:sp>
        <p:nvSpPr>
          <p:cNvPr id="20915102" name="Text">
    </p:cNvPr>
          <p:cNvSpPr>
            <a:spLocks noGrp="1"/>
          </p:cNvSpPr>
          <p:nvPr/>
        </p:nvSpPr>
        <p:spPr>
          <a:xfrm rot="0">
            <a:off x="596900" y="1790700"/>
            <a:ext cx="254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AUGUSTO LOPEZ GODINEZ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2641" name="Picture">
    </p:cNvPr>
          <p:cNvPicPr>
            <a:picLocks noChangeAspect="1"/>
          </p:cNvPicPr>
          <p:nvPr/>
        </p:nvPicPr>
        <p:blipFill>
          <a:blip r:embed="img_0_241_0.png"/>
          <a:srcRect/>
          <a:stretch>
            <a:fillRect l="0" t="0" r="0" b="64000"/>
          </a:stretch>
        </p:blipFill>
        <p:spPr>
          <a:xfrm>
            <a:off x="596900" y="927100"/>
            <a:ext cx="2540000" cy="635000"/>
          </a:xfrm>
          <a:prstGeom prst="rect">
            <a:avLst/>
          </a:prstGeom>
        </p:spPr>
      </p:pic>
      <p:sp>
        <p:nvSpPr>
          <p:cNvPr id="24702465" name="Text">
    </p:cNvPr>
          <p:cNvSpPr>
            <a:spLocks noGrp="1"/>
          </p:cNvSpPr>
          <p:nvPr/>
        </p:nvSpPr>
        <p:spPr>
          <a:xfrm rot="0">
            <a:off x="596900" y="1308100"/>
            <a:ext cx="2540000" cy="482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2000" b="1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2000" b="1">
</a:rPr>
              <a:t>G0855967</a:t>
            </a:r>
          </a:p>
        </p:txBody>
      </p:sp>
      <p:sp>
        <p:nvSpPr>
          <p:cNvPr id="5345726" name="Text">
    </p:cNvPr>
          <p:cNvSpPr>
            <a:spLocks noGrp="1"/>
          </p:cNvSpPr>
          <p:nvPr/>
        </p:nvSpPr>
        <p:spPr>
          <a:xfrm rot="0">
            <a:off x="596900" y="1790700"/>
            <a:ext cx="25400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ROBERTO SANTAMARINA VALLADARES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